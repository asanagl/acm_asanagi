
<file path=[Content_Types].xml><?xml version="1.0" encoding="utf-8"?>
<Types xmlns="http://schemas.openxmlformats.org/package/2006/content-types">
  <Default Extension="bin" ContentType="image/unknown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57" r:id="rId5"/>
    <p:sldId id="261" r:id="rId6"/>
    <p:sldId id="270" r:id="rId7"/>
    <p:sldId id="263" r:id="rId8"/>
    <p:sldId id="265" r:id="rId9"/>
    <p:sldId id="264" r:id="rId10"/>
    <p:sldId id="266" r:id="rId11"/>
    <p:sldId id="269" r:id="rId12"/>
    <p:sldId id="267" r:id="rId13"/>
    <p:sldId id="271" r:id="rId14"/>
    <p:sldId id="272" r:id="rId15"/>
    <p:sldId id="273" r:id="rId16"/>
    <p:sldId id="274" r:id="rId17"/>
    <p:sldId id="275" r:id="rId18"/>
    <p:sldId id="277" r:id="rId19"/>
    <p:sldId id="279" r:id="rId20"/>
    <p:sldId id="278" r:id="rId21"/>
    <p:sldId id="280" r:id="rId22"/>
    <p:sldId id="281" r:id="rId23"/>
    <p:sldId id="287" r:id="rId24"/>
    <p:sldId id="282" r:id="rId25"/>
    <p:sldId id="283" r:id="rId26"/>
    <p:sldId id="284" r:id="rId27"/>
    <p:sldId id="285" r:id="rId28"/>
    <p:sldId id="286" r:id="rId29"/>
    <p:sldId id="290" r:id="rId30"/>
    <p:sldId id="288" r:id="rId31"/>
    <p:sldId id="297" r:id="rId32"/>
    <p:sldId id="299" r:id="rId33"/>
    <p:sldId id="300" r:id="rId34"/>
    <p:sldId id="292" r:id="rId35"/>
    <p:sldId id="293" r:id="rId36"/>
    <p:sldId id="295" r:id="rId37"/>
    <p:sldId id="296" r:id="rId38"/>
    <p:sldId id="298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147" y="86"/>
      </p:cViewPr>
      <p:guideLst>
        <p:guide orient="horz" pos="2160"/>
        <p:guide pos="385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0:56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24575,'0'5'0,"0"11"0,0 8 0,3 3 0,0-1 0,0-3 0,0-2 0,-2-3 0,0 0 0,0 8 0,-3 14 0,-1 4 0,-1 1 0,2-6 0,0-6 0,1-7 0,0-6 0,1-5-8191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1:06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97 24575,'18'0'0,"1"-1"0,-1-1 0,-1 0 0,1-1 0,23-8 0,-23 5 0,1 1 0,0 0 0,0 2 0,1 0 0,29-1 0,-24 4 0,0 0 0,-1 0 0,1 2 0,-1 0 0,0 2 0,32 8 0,-37-5 0,4 0 0,1 0 0,-2 2 0,1 1 0,21 14 0,-31-16 0,0 0 0,-1 1 0,0 1 0,0 0 0,19 22 0,-20-18 0,0 0 0,-1 0 0,0 1 0,-1 0 0,-1 1 0,0 0 0,6 23 0,-7-14 0,0-5 0,-2 1 0,-1-1 0,0 1 0,0 32 0,-4 207 0,-1-253 0,0 1 0,0 0 0,0 0 0,-1-1 0,0 1 0,0-1 0,-1 1 0,0-1 0,-1 0 0,1 0 0,-1 0 0,0-1 0,-1 1 0,-10 10 0,-5 4 0,-1-2 0,-40 29 0,46-37 0,-8 7 0,-55 37 0,56-44 0,0-1 0,-1-2 0,-31 9 0,22-8 0,0 0 0,0-3 0,0 0 0,-57 1 0,73-7 0,0 0 0,0-2 0,0 0 0,0 0 0,-21-8 0,10 1 0,-45-22 0,61 26 0,1-1 0,1-1 0,-1 1 0,1-1 0,0-1 0,1 0 0,-10-11 0,0-3 0,5 7 0,0 0 0,2-1 0,-15-26 0,3-2 0,-20-44 0,15 31 0,17 36 0,1-1 0,-8-26 0,9-1 0,4 12 0,1 10 0,1 0 0,2 0 0,2-44 0,1 12 0,-2 48 0,1 1 0,1-1 0,0 1 0,6-20 0,19-40 0,-27 68 0,5-8 0,1 0 0,0 0 0,0 0 0,1 0 0,0 1 0,10-10 0,53-46 0,-65 61 0,5-4-273,1 1 0,-1 0 0,2 0 0,21-8 0,-21 10-6553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1:12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24575,'11'1'0,"0"1"0,0 0 0,-1 0 0,1 2 0,-1-1 0,0 1 0,0 0 0,0 1 0,12 8 0,-5-4 0,27 11 0,-15-8 0,-2 2 0,0 0 0,31 22 0,-28-16 0,56 26 0,-76-41 0,1 0 0,11 10 0,-13-9 0,0 0 0,18 8 0,-3-5 0,0 1 0,0 0 0,45 27 0,-22-12 0,-34-19 0,-2 0 0,18 11 0,1 2 0,54 27 0,-53-30 0,196 86 0,14 8 0,-185-80 0,93 44 0,-31-19 0,-17-8 0,252 122 0,-196-88 0,41 20-1365,-191-97-5461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1:14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24575,'36'0'0,"-18"-1"0,-1 0 0,0 2 0,0 0 0,0 0 0,0 2 0,0 0 0,25 9 0,-30-7 0,0 0 0,0 1 0,0 1 0,-1 0 0,11 9 0,-18-13 0,-1 0 0,1 0 0,-1 1 0,0-1 0,0 1 0,0 0 0,-1 0 0,0 0 0,1 0 0,-1 0 0,0 0 0,-1 1 0,1-1 0,-1 1 0,0-1 0,0 1 0,0 8 0,-4 131 0,2-138 0,0 0 0,0-1 0,-1 0 0,1 1 0,-2-1 0,1 0 0,0 0 0,-1 0 0,-5 7 0,-5 6 0,-18 17 0,10-10 0,6-9 0,0-1 0,-28 21 0,-15 16 0,56-51 0,1 0 0,0 0 0,0 0 0,0 0 0,0 1 0,0-1 0,0 0 0,1 1 0,-1-1 0,0 1 0,1-1 0,-1 1 0,1-1 0,-1 1 0,0 2 0,2-3 0,-1 0 0,0 0 0,1 0 0,-1-1 0,1 1 0,-1 0 0,1 0 0,-1 0 0,1 0 0,-1 0 0,1-1 0,0 1 0,0 0 0,-1-1 0,1 1 0,0 0 0,0-1 0,0 1 0,0-1 0,-1 1 0,1-1 0,0 0 0,0 1 0,0-1 0,0 0 0,2 1 0,11 2 0,0-1 0,1 0 0,-1-1 0,1-1 0,27-2 0,1 0 0,43 2-1365,-73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1:18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1214 941 24575,'-1'3'0,"1"1"0,-1-1 0,0 0 0,0 1 0,0-1 0,0 0 0,-1 1 0,1-1 0,-1 0 0,0 0 0,0 0 0,0-1 0,0 1 0,-1 0 0,1-1 0,-6 5 0,-5 3 0,0 0 0,-17 10 0,26-18 0,-15 8 0,0 0 0,0-2 0,-1 0 0,-1-2 0,1 0 0,-1-1 0,-23 3 0,11-2 0,17-3 0,1-1 0,-22 1 0,-569-4 0,598 1 0,1-1 0,0-1 0,0 1 0,0-1 0,1-1 0,-1 1 0,0-1 0,1 0 0,0 0 0,-1-1 0,1 0 0,1 0 0,-1-1 0,1 1 0,-1-1 0,-4-6 0,-4-4 0,1-1 0,0-1 0,1 0 0,-12-25 0,17 28 0,0-1 0,2 0 0,0 0 0,0-1 0,2 1 0,-4-32 0,4-99 0,3 88 0,2 45 0,-1-1 0,2 1 0,0 0 0,0 0 0,1 0 0,11-22 0,8-29 0,-11 25 0,26-55 0,-17 45 0,-12 26 0,2 0 0,1 1 0,1 0 0,24-31 0,-23 36 0,-6 5 0,1 1 0,0 0 0,17-14 0,-22 22 0,0 0 0,0 0 0,1 0 0,-1 1 0,1-1 0,0 1 0,0 0 0,0 1 0,0-1 0,0 1 0,0 0 0,0 0 0,8 0 0,260 1 0,-127 1 0,-126-1 0,-1 0 0,0 2 0,1 0 0,-1 1 0,29 9 0,-8 0 0,-21-7 0,0 1 0,0 1 0,-1 0 0,22 13 0,-32-15 0,-1 1 0,0-1 0,0 1 0,0 1 0,-1-1 0,0 1 0,-1 0 0,9 13 0,2 8 0,13 34 0,-5-13 0,-8-13 0,20 69 0,-28-82 0,1 3 0,-1 1 0,-2 0 0,0 0 0,3 54 0,-8-68 0,0 1 0,4 15 0,-2-14 0,-1 0 0,0 15 0,-1 7 0,-3 71 0,1-98 0,-2 0 0,1 0 0,-1 0 0,-1 0 0,0 0 0,-6 10 0,3-4 0,4-11 31,0 0-1,1-1 1,-2 1-1,1-1 1,0 0-1,-1 0 1,0 0-1,-6 5 1,-40 25-212,13-10-1278,28-17-5367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1:21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24575,'0'2'0,"0"4"0,0 3 0,0 3 0,0 1 0,0 1 0,0 1 0,0 0 0,0 0 0,0 0 0,0 0 0,0-1 0,0 1 0,0 0 0,0-1 0,-3 0 0,0-2-8191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1:23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24575,'1'60'0,"-2"67"0,-7-88 0,6-29 0,0 1 0,-1 16 0,-4 15 320,1-10-2005,5-21-5141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1:25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2 118 24575,'-1'80'0,"3"86"0,-2-164 0,1 0 0,-1 0 0,1 0 0,0 0 0,0 0 0,0 0 0,0 0 0,0 0 0,0 0 0,0-1 0,1 1 0,-1-1 0,1 1 0,-1-1 0,1 1 0,-1-1 0,1 0 0,0 0 0,0 1 0,0-1 0,0-1 0,0 1 0,0 0 0,0 0 0,0-1 0,0 1 0,4-1 0,7 3 0,-1-2 0,1 0 0,16 0 0,-25-1 0,8-1 0,0-1 0,0 0 0,0 0 0,-1-1 0,1-1 0,-1 0 0,1 0 0,18-12 0,5 0 0,-31 14 0,-1 0 0,1 0 0,-1 0 0,1 0 0,-1-1 0,0 1 0,0-1 0,0 0 0,0 0 0,0 0 0,-1 0 0,1-1 0,-1 1 0,0-1 0,0 1 0,0-1 0,0 0 0,-1 0 0,0 0 0,2-7 0,-1-5 0,0 0 0,-1 0 0,-1-1 0,-2-17 0,0-8 0,3 33 0,-2 0 0,1 0 0,-1 0 0,-1 0 0,0 1 0,0-1 0,-4-9 0,5 14 0,-1 1 0,0-1 0,0 1 0,0-1 0,-1 1 0,1 0 0,-1 0 0,0 0 0,0 0 0,0 0 0,0 1 0,0 0 0,0-1 0,-1 1 0,1 0 0,-1 0 0,0 1 0,-6-3 0,-3 1-26,0 1 1,0 0-1,-1 1 0,1 0 0,-24 3 0,11-1-1184,13-1-5616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1:28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24575,'0'2612'-1365,"0"-2599"-5461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1:32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 24575,'0'-1'0,"0"0"0,0 0 0,1 1 0,-1-1 0,0 0 0,1 0 0,-1 1 0,1-1 0,-1 0 0,1 1 0,-1-1 0,1 0 0,-1 1 0,1-1 0,0 1 0,-1-1 0,1 1 0,0-1 0,-1 1 0,1-1 0,1 1 0,20-9 0,-17 7 0,9-2 0,1-1 0,-1 2 0,1 0 0,0 1 0,-1 0 0,1 1 0,17 1 0,-28 0 0,0 0 0,-1 0 0,1 1 0,0-1 0,-1 1 0,1 0 0,0 0 0,-1 0 0,1 0 0,-1 0 0,6 4 0,-7-3 0,0 0 0,0 0 0,0 0 0,0 0 0,-1 0 0,1 0 0,-1 1 0,1-1 0,-1 1 0,0-1 0,0 1 0,0-1 0,0 1 0,-1-1 0,1 1 0,-1 0 0,1 2 0,0 6 0,1 0 0,-2 0 0,0 0 0,0 0 0,-3 19 0,2-25 0,0-1 0,0 0 0,-1 1 0,1-1 0,-1 0 0,0 0 0,0 0 0,-1 0 0,1 0 0,-1-1 0,0 1 0,0-1 0,0 0 0,0 1 0,0-1 0,-7 4 0,-1 4 0,11-11 0,0 1 0,-1-1 0,1 0 0,0 1 0,0-1 0,0 0 0,0 1 0,0-1 0,0 0 0,0 1 0,0-1 0,0 0 0,0 1 0,0-1 0,0 0 0,0 1 0,1-1 0,-1 0 0,0 0 0,0 1 0,0-1 0,0 0 0,0 1 0,1-1 0,-1 0 0,1 1 0,1 0 0,0 1 0,0-1 0,1 0 0,-1 0 0,0 0 0,1 0 0,-1 0 0,1 0 0,3 0 0,4 1 0,0 1 0,0 0 0,-1 1 0,1 0 0,-1 0 0,0 1 0,13 10 0,-20-14 0,0 1 0,0-1 0,0 1 0,0-1 0,0 1 0,-1 0 0,1 0 0,-1 0 0,1 0 0,-1 0 0,0 0 0,1 0 0,-1 1 0,-1-1 0,1 0 0,0 1 0,0-1 0,-1 0 0,1 1 0,-1-1 0,0 1 0,0-1 0,0 1 0,0-1 0,0 1 0,0-1 0,-1 1 0,1-1 0,-1 0 0,0 1 0,0-1 0,0 0 0,0 1 0,0-1 0,0 0 0,-3 3 0,1-1 0,-1 0 0,0 0 0,0 0 0,0 0 0,0-1 0,-1 0 0,1 0 0,-1 0 0,0 0 0,0-1 0,0 1 0,0-1 0,0-1 0,-1 1 0,-7 1 0,-6 0 0,0-1 0,0 0 0,-21-1 0,26-2-1365,1 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1:35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45 24575,'-56'-1'0,"-62"2"0,114 0 0,1-1 0,-1 1 0,1 0 0,-1 0 0,1 0 0,0 1 0,-1-1 0,1 1 0,0 0 0,0 0 0,0 0 0,-3 3 0,-4 4 0,1 1 0,-9 10 0,-8 8 0,19-20 0,0-1 0,0 1 0,1 0 0,0 0 0,1 1 0,-1 0 0,2 0 0,-1 0 0,1 1 0,-5 18 0,5-7 0,0-1 0,1 1 0,2 0 0,0 27 0,2 298 0,-1-338 0,1-1 0,0 1 0,0-1 0,1 1 0,0-1 0,1 0 0,-1 0 0,1 0 0,0 0 0,1-1 0,0 1 0,0-1 0,5 6 0,10 10 0,0-2 0,25 23 0,-10-12 0,-10-11 0,1 0 0,1-2 0,1-2 0,42 21 0,-48-25 0,5 1 0,1-2 0,1 0 0,40 10 0,-50-18 0,-1-1 0,0-1 0,1 0 0,23-2 0,-4-1 0,-31 2 0,0 0 0,-1-1 0,1 0 0,-1 0 0,1-1 0,-1 1 0,0-1 0,0 0 0,0-1 0,0 1 0,6-5 0,4-3 0,-1-2 0,15-13 0,-3 1 0,-8 7 0,18-22 0,4-3 0,-35 36 0,1 0 0,-1-1 0,-1 0 0,1 0 0,-1 0 0,6-14 0,14-49 0,-21 61 0,14-50 0,15-99 0,-28 116 0,-4-78 0,-1 51 0,0 59 0,0 1 0,-1 0 0,1 0 0,-2-1 0,1 1 0,-1 1 0,-1-1 0,0 0 0,-8-13 0,-3-3 0,-35-41 0,37 51 0,0 1 0,-1 0 0,-1 1 0,0 1 0,-1 0 0,-28-16 0,31 21 0,0 1 0,0 0 0,-1 1 0,0 0 0,0 1 0,-1 1 0,1 0 0,-1 1 0,-22-1 0,-252 4-1365,277-1-5461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1:36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 23619,'-115'317'0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1:41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24575,'60'-1'0,"69"2"0,-125 0 0,1 0 0,-1 0 0,1 1 0,-1-1 0,0 1 0,0 0 0,0 0 0,0 1 0,0-1 0,0 1 0,-1 0 0,1 0 0,-1 0 0,0 0 0,1 1 0,-2-1 0,1 1 0,4 8 0,0 0 0,0 0 0,-1 1 0,-1 0 0,0 0 0,3 14 0,4 13 0,-8-28 0,0 1 0,-1-1 0,0 1 0,-1 0 0,1 14 0,-3-23 0,0 1 0,0-1 0,0 1 0,-1-1 0,1 0 0,-1 1 0,0-1 0,0 0 0,-1 0 0,1 0 0,-1 1 0,0-2 0,0 1 0,0 0 0,-1 0 0,1-1 0,-1 1 0,0-1 0,0 0 0,0 1 0,0-2 0,-1 1 0,1 0 0,-1-1 0,0 1 0,0-1 0,0 0 0,0 0 0,-8 2 0,3-2-227,0 1-1,-1-2 1,0 1-1,1-1 1,-15-1-1,11 0-6598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1:42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24575,'303'0'-1365,"-290"0"-5461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1:45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1381 24575,'14'0'0,"-1"-1"0,1-1 0,0 0 0,-1-1 0,21-6 0,-8-1 0,43-23 0,70-40 0,-120 63 0,1 1 0,0 1 0,27-7 0,-22 7 0,38-17 0,37-19 0,7-3 0,11-18 0,-32 22 0,-53 28 0,33-21 0,-10-3 0,18-10 0,158-84 0,-146 73 0,-1 1 0,-1 8 0,86-70 0,-127 90 0,59-32 0,-76 48 0,61-46 0,-79 55 0,137-95 0,-29 20 0,-37 34-1365,-70 42-5461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1:48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90 24575,'1'-3'0,"0"0"0,1 0 0,-1 0 0,1 1 0,0-1 0,0 1 0,0-1 0,0 1 0,0 0 0,0 0 0,1 0 0,4-4 0,-2 2 0,0-1 0,0 1 0,1-1 0,0 1 0,0 0 0,0 0 0,0 1 0,1-1 0,-1 2 0,1-1 0,0 1 0,0 0 0,0 0 0,0 0 0,0 1 0,14 0 0,-5 0 0,-7 1 0,-1 0 0,0 0 0,1 0 0,7 2 0,-14-1 0,-1-1 0,1 0 0,-1 1 0,1-1 0,-1 1 0,1-1 0,-1 1 0,0 0 0,1-1 0,-1 1 0,0 0 0,1 0 0,-1 0 0,0 0 0,0 0 0,0 1 0,0-1 0,0 0 0,0 0 0,0 1 0,-1-1 0,1 0 0,0 1 0,-1-1 0,1 1 0,-1-1 0,1 2 0,0 4 0,0 1 0,0-1 0,-1 1 0,0-1 0,0 0 0,-1 1 0,0-1 0,0 0 0,0 1 0,-1-1 0,0 0 0,-1 0 0,0 0 0,0-1 0,0 1 0,-1-1 0,0 1 0,0-1 0,-1 0 0,1-1 0,-7 7 0,-32 31 0,19-18 0,-28 23 0,51-48 0,-1 1 0,1 0 0,0 0 0,1 0 0,-1 0 0,0 0 0,0 0 0,0 0 0,0 0 0,1 0 0,-1 0 0,1 0 0,-1 0 0,1 1 0,-1 1 0,1-3 0,0 1 0,0 0 0,0-1 0,1 1 0,-1-1 0,0 1 0,0 0 0,1-1 0,-1 1 0,1-1 0,-1 1 0,0-1 0,1 1 0,-1-1 0,1 1 0,-1-1 0,1 0 0,0 1 0,-1-1 0,1 0 0,-1 1 0,1-1 0,-1 0 0,1 0 0,0 0 0,-1 1 0,1-1 0,0 0 0,-1 0 0,1 0 0,0 0 0,-1 0 0,2 0 0,9 1 0,1 0 0,0-1 0,0 0 0,-1-1 0,1 0 0,0-1 0,12-4 0,78-28 0,-93 31 0,2-1-1365,-2 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1:56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118 506 24575,'-4'0'0,"0"0"0,0 0 0,0 0 0,0 1 0,0 0 0,0-1 0,0 2 0,-7 1 0,9-1 0,0-1 0,0 0 0,1 1 0,-1-1 0,0 1 0,1-1 0,-1 1 0,1 0 0,-1 0 0,1 0 0,0 0 0,0 0 0,0 0 0,0 0 0,0 0 0,0 0 0,0 3 0,-17 48 0,12-38 0,0 1 0,1 0 0,1 1 0,1-1 0,0 1 0,0 23 0,2-32 0,1-6 0,0 1 0,0-1 0,0 1 0,0-1 0,0 1 0,0-1 0,0 1 0,1-1 0,-1 1 0,1-1 0,0 0 0,0 1 0,2 3 0,-3-6 0,1 0 0,-1 0 0,0 0 0,1 0 0,-1 1 0,0-1 0,1 0 0,-1 0 0,0 0 0,1-1 0,-1 1 0,0 0 0,1 0 0,-1 0 0,0 0 0,1 0 0,-1 0 0,0 0 0,1 0 0,-1-1 0,0 1 0,1 0 0,-1 0 0,0 0 0,0-1 0,1 1 0,-1 0 0,0-1 0,0 1 0,0 0 0,1 0 0,-1-1 0,0 1 0,0 0 0,0-1 0,0 1 0,1-1 0,6-12 0,-7 13 0,43-121 0,-34 72 0,-4 12 0,-1 10 0,-1 0 0,-1 0 0,-4-44 0,0 12 0,3-287 0,-3 371 0,-4 29 0,3-29 0,-1 33 0,4 648 0,0-704 0,0-1 0,0 1 0,0 0 0,0 0 0,1 0 0,-1 0 0,0 0 0,1-1 0,-1 1 0,1 0 0,0 0 0,0-1 0,-1 1 0,1-1 0,0 1 0,0 0 0,1-1 0,-1 0 0,0 1 0,2 1 0,-1-2 0,1 0 0,-1 0 0,0 0 0,1 0 0,-1 0 0,1-1 0,-1 1 0,1-1 0,-1 1 0,1-1 0,-1 0 0,1 0 0,-1 0 0,5-1 0,-4 0-6,0 0 0,0 0 0,0 0 0,0 0 0,0 0-1,0-1 1,0 0 0,-1 1 0,1-1 0,-1 0 0,1 0 0,-1-1 0,0 1-1,0 0 1,0-1 0,3-4 0,6-6-1255,-4 6-5565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1:57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24575,'-1'24'0,"-6"30"0,4-30 0,-1 32 0,5-7 0,3-1 0,12 65 0,-2-3 0,-8-56 0,-4-27 0,-2 33 0,1 14 0,-1-73-57,0 0 0,0 1 1,0-1-1,1 0 0,-1 1 0,0-1 0,1 0 0,-1 0 0,1 0 0,-1 1 0,1-1 1,0 0-1,-1 0 0,1 0 0,0 0 0,0 0 0,0 0 0,0 0 0,0 0 1,0 0-1,0-1 0,0 1 0,1 1 0,7 1-6769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1:58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4 24575,'0'0'0,"0"0"0,0 0 0,0 0 0,0 0 0,0 0 0,-1 0 0,1 0 0,0 0 0,0 0 0,0 0 0,0 0 0,0 0 0,0 0 0,0 0 0,-1 1 0,1-1 0,0 0 0,0 0 0,0 0 0,0 0 0,0-1 0,0 1 0,0 0 0,-1 0 0,1 0 0,0 0 0,0 0 0,0 0 0,0 0 0,0 0 0,0 0 0,0 0 0,0 0 0,0 0 0,-1 0 0,1 0 0,0 0 0,0 0 0,0-1 0,0 1 0,0 0 0,0 0 0,0 0 0,0 0 0,0 0 0,0 0 0,0 0 0,0 0 0,0-1 0,0 1 0,0 0 0,0 0 0,0 0 0,0 0 0,0 0 0,0 0 0,0-1 0,0 1 0,0 0 0,0 0 0,0 0 0,0 0 0,0 0 0,0 0 0,0 0 0,0 0 0,0-1 0,0 1 0,1 0 0,-1 0 0,1 0 0,-1 0 0,0 0 0,1 0 0,-1 1 0,1-1 0,-1 0 0,0 0 0,1 0 0,-1 0 0,0 1 0,1-1 0,-1 0 0,0 0 0,1 1 0,-1-1 0,0 0 0,0 0 0,1 1 0,-1-1 0,0 0 0,0 1 0,1-1 0,-1 0 0,0 1 0,0-1 0,0 0 0,0 1 0,0-1 0,1 1 0,1 6 0,1 0 0,-1 1 0,0-1 0,-1 0 0,1 14 0,-1-13 0,0 1 0,1 0 0,-1-1 0,5 10 0,-3-9 0,3 4 0,-1 1 0,0-1 0,4 24 0,-9-32 0,1 0 0,-1 0 0,0 0 0,-1 0 0,1 1 0,-1-1 0,0 0 0,0 0 0,0-1 0,-1 1 0,1 0 0,-1 0 0,-6 8 0,-36 51-1365,39-55-5461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00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1 24575,'-231'0'-1365,"218"0"-5461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01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24575,'1'15'0,"0"1"0,2-1 0,7 25 0,1 9 0,2 22 0,-1-8 0,-2 0 0,1 81 0,-11-139-136,0 0-1,0 0 1,1 0-1,-1 0 1,1 0-1,0-1 1,1 1-1,-1 0 0,4 7 1,1-3-6690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02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11 125 24575,'0'0'0,"0"0"0,-1 0 0,1 0 0,-1 0 0,1 0 0,-1 0 0,1 0 0,0 0 0,-1 0 0,1 0 0,-1-1 0,1 1 0,0 0 0,-1 0 0,1 0 0,0-1 0,-1 1 0,1 0 0,0-1 0,-1 1 0,1 0 0,0-1 0,0 1 0,-1 0 0,1-1 0,0 1 0,0 0 0,0-1 0,-1 1 0,1-1 0,0 1 0,0 0 0,0-1 0,0 1 0,0-1 0,0 1 0,0 0 0,0-1 0,0 1 0,0-1 0,0 1 0,0-1 0,0 1 0,0 0 0,1-1 0,-1 1 0,0-1 0,0 1 0,0 0 0,0-1 0,1 0 0,0-1 0,0 0 0,0 0 0,0 0 0,0 0 0,1 0 0,-1 0 0,4-4 0,11-4 0,0 0 0,0 1 0,1 1 0,33-12 0,-25 10 0,27-8-1365,-43 14-5461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03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24575,'-3'0'0,"0"3"0,0 2 0,0 4 0,2 2 0,0 2 0,0 2 0,1-1 0,0 1 0,0 1 0,0-1 0,0-1 0,0 1 0,0 0 0,0-3-8191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06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15 24575,'0'0'0,"0"-1"0,0 1 0,1-1 0,-1 0 0,0 1 0,1-1 0,-1 1 0,0-1 0,1 1 0,-1-1 0,1 1 0,-1-1 0,1 1 0,-1-1 0,1 1 0,-1-1 0,1 1 0,0 0 0,-1 0 0,1-1 0,0 1 0,-1 0 0,1 0 0,0 0 0,-1-1 0,1 1 0,1 0 0,21-2 0,-20 1 0,98 1 0,-55 0 0,-44 0 0,-1 0 0,1 0 0,0 1 0,-1-1 0,1 0 0,0 1 0,-1 0 0,1-1 0,-1 1 0,1 0 0,-1-1 0,1 1 0,-1 0 0,0 0 0,1 0 0,-1 0 0,0 1 0,0-1 0,0 0 0,1 0 0,-1 1 0,-1-1 0,1 1 0,0-1 0,0 1 0,0-1 0,-1 1 0,1-1 0,0 3 0,1 6 0,0 0 0,0 0 0,0 20 0,0-6 0,6 73 0,-6 140 0,-3-122 0,2-40 0,-3 80 0,2-153 0,0 1 0,-1-1 0,0 0 0,1 0 0,-1 0 0,0 0 0,0 0 0,0-1 0,0 1 0,-1 0 0,1 0 0,0-1 0,-1 1 0,1-1 0,-1 1 0,1-1 0,-1 0 0,0 1 0,0-1 0,0 0 0,0 0 0,1 0 0,-1 0 0,0-1 0,-1 1 0,1 0 0,0-1 0,0 0 0,-2 1 0,-10 1 0,1-1 0,-1 0 0,-19-2 0,19 1 0,-258-2-1365,260 2-5461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08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1 24575,'-260'0'0,"258"0"0,0 0 0,-1 0 0,1 0 0,0 0 0,0 0 0,-1 0 0,1 1 0,0-1 0,0 1 0,0-1 0,0 1 0,-1 0 0,1 0 0,0 0 0,1 0 0,-1 0 0,0 1 0,0-1 0,0 0 0,1 1 0,-1-1 0,1 1 0,-1 0 0,1 0 0,-1-1 0,1 1 0,0 0 0,0 0 0,0 0 0,0 0 0,1 0 0,-1 1 0,0-1 0,1 0 0,-1 0 0,1 0 0,0 1 0,0-1 0,0 4 0,1 138 0,1-55 0,-2 445 0,-1-532 0,1 0 0,0 0 0,1 0 0,-1 0 0,0 0 0,1 0 0,-1 0 0,1 0 0,-1 0 0,1 0 0,0 0 0,0 0 0,0 0 0,0-1 0,0 1 0,0 0 0,1-1 0,2 3 0,-1-1 0,0-1 0,0-1 0,0 1 0,1 0 0,-1-1 0,1 0 0,-1 1 0,1-1 0,6 0 0,24 6 0,1-2 0,46 1 0,-62-6-1365,-2 0-5461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10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24575,'0'-1'0,"1"1"0,-1-1 0,0 1 0,1-1 0,-1 1 0,1-1 0,-1 1 0,1-1 0,-1 1 0,1 0 0,-1-1 0,1 1 0,-1 0 0,1-1 0,0 1 0,-1 0 0,1 0 0,-1 0 0,1-1 0,0 1 0,-1 0 0,2 0 0,17-3 0,-16 3 0,24-3 0,0 1 0,1 1 0,29 4 0,-55-3 0,0 0 0,0 1 0,1-1 0,-1 1 0,0-1 0,0 1 0,0 0 0,0 0 0,0 0 0,0 0 0,-1 0 0,1 1 0,0-1 0,0 1 0,-1-1 0,3 3 0,-2-1 0,0 0 0,0 1 0,0-1 0,0 1 0,0-1 0,-1 1 0,0 0 0,2 5 0,0 6 0,-2-1 0,1 1 0,-2 26 0,0-37 0,0 73 0,-1 48 0,0-120 0,0 0 0,-1 1 0,1-1 0,-1 0 0,0 0 0,0 0 0,0-1 0,-1 1 0,0 0 0,0-1 0,-4 5 0,-7 8 0,-24 20 0,13-13 0,5-4 0,12-14 0,1 1 0,1-1 0,-9 12 0,14-17 0,1-1 0,0 0 0,0 1 0,0-1 0,-1 0 0,1 1 0,0-1 0,0 0 0,0 1 0,0-1 0,0 0 0,-1 1 0,1-1 0,0 0 0,0 1 0,0-1 0,0 1 0,0-1 0,0 0 0,0 1 0,0-1 0,0 0 0,1 1 0,-1-1 0,0 1 0,0-1 0,0 0 0,0 1 0,0-1 0,1 0 0,-1 1 0,13 5 0,21-4 0,-31-2 0,353-1-1365,-342 1-5461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11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19 24575,'0'0'0,"0"0"0,0 0 0,-1 0 0,1 0 0,0 0 0,0 0 0,0 0 0,0 0 0,0 0 0,-1 0 0,1 0 0,0 0 0,0 0 0,0 0 0,0 0 0,0 0 0,-1 0 0,1 0 0,0 0 0,0 0 0,0 0 0,0 0 0,0 0 0,-1 0 0,1 0 0,0 0 0,0 0 0,0 0 0,0-1 0,0 1 0,0 0 0,-1 0 0,1 0 0,0 0 0,0 0 0,0 0 0,0 0 0,0-1 0,0 1 0,0 0 0,0 0 0,0 0 0,0 0 0,0 0 0,0-1 0,-1 1 0,1 0 0,0 0 0,0 0 0,0 0 0,0 0 0,0-1 0,0 1 0,1 0 0,-1 0 0,0 0 0,0 0 0,0 0 0,0-1 0,0 1 0,0 0 0,0 0 0,0 0 0,0 0 0,9-7 0,11 4 0,-1 1 0,0 1 0,0 1 0,25 2 0,6-1 0,11-2 0,64 3 0,-122-2 0,-1 1 0,1-1 0,-1 1 0,0 0 0,1 0 0,-1 0 0,0 0 0,0 0 0,0 1 0,0-1 0,0 1 0,0-1 0,0 1 0,0 0 0,0 0 0,-1 0 0,1 0 0,-1 0 0,0 0 0,1 0 0,-1 0 0,1 5 0,3 5 0,0 0 0,-2 1 0,3 15 0,-3-14 0,16 60 0,20 115 0,-37-169 0,7 52 0,0 84 0,-9 140 0,0-292 0,0-1 0,-1 1 0,1 0 0,-1-1 0,0 1 0,0 0 0,0-1 0,0 1 0,-1-1 0,1 1 0,-1-1 0,0 0 0,0 0 0,0 0 0,-3 3 0,1-2 0,-1 1 0,1-1 0,-1 0 0,0-1 0,-1 1 0,1-1 0,0 0 0,-8 3 0,-9 1 0,-1 0 0,1-2 0,-42 6 0,59-11 0,-71 12 206,19-2-991,-78 2-1,121-11-6040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12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33 24575,'0'0'0,"0"0"0,0 0 0,-1 0 0,1 0 0,0 0 0,0 0 0,0 0 0,-1 0 0,1 0 0,0 0 0,0 0 0,-1 0 0,1 0 0,0 0 0,0 0 0,0 0 0,-1 0 0,1 0 0,0 0 0,0-1 0,0 1 0,0 0 0,-1 0 0,1 0 0,0 0 0,0 0 0,0-1 0,0 1 0,0 0 0,-1 0 0,1 0 0,0-1 0,0 1 0,0 0 0,0 0 0,0 0 0,0-1 0,0 1 0,0 0 0,0 0 0,0 0 0,0-1 0,0 1 0,0 0 0,0 0 0,0-1 0,0 1 0,0 0 0,0 0 0,0 0 0,0-1 0,0 1 0,0 0 0,0 0 0,0 0 0,1-1 0,-1 1 0,0 0 0,0 0 0,0 0 0,0 0 0,1-1 0,10-10 0,1 8 0,1 0 0,-1 0 0,1 2 0,-1-1 0,1 1 0,-1 1 0,25 3 0,0-2 0,0-1 123,-6 0-619,0 0 0,50 9 0,-68-6-6330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13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24575,'5'0'0,"4"0"0,6 0 0,2 0 0,3 0 0,4 0 0,0 0 0,3 0 0,-1 0 0,-2 0 0,-3 0 0,-2 0 0,-2 0 0,-1 0 0,-2 0 0,-2 0-8191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19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16 188 24575,'-1'0'0,"1"0"0,-1 1 0,0-1 0,1 0 0,-1 1 0,1-1 0,-1 0 0,1 1 0,-1-1 0,1 1 0,-1-1 0,1 1 0,-1-1 0,1 1 0,-1-1 0,1 1 0,0 0 0,-1-1 0,1 1 0,0 0 0,0-1 0,-1 1 0,1 0 0,0-1 0,0 1 0,0 0 0,0 0 0,-3 23 0,3-21 0,-1 141 0,2-75 0,10-103 0,-7-25 0,-4 43 0,1 0 0,1 0 0,3-18 0,4-1 0,-6 17 0,1 1 0,1 0 0,9-20 0,7-13 0,-14 31 0,0 0 0,19-30 0,-26 48 0,0 1 0,0 0 0,0-1 0,0 1 0,1 0 0,-1-1 0,0 1 0,0 0 0,0-1 0,1 1 0,-1 0 0,0-1 0,1 1 0,-1 0 0,0 0 0,0-1 0,1 1 0,-1 0 0,0 0 0,1 0 0,-1 0 0,1-1 0,-1 1 0,0 0 0,1 0 0,-1 0 0,0 0 0,1 0 0,-1 0 0,1 0 0,-1 0 0,0 0 0,1 0 0,-1 0 0,1 0 0,-1 0 0,0 0 0,1 1 0,-1-1 0,0 0 0,1 0 0,-1 0 0,0 1 0,1-1 0,-1 0 0,0 0 0,1 1 0,-1-1 0,0 0 0,0 0 0,1 1 0,-1-1 0,0 0 0,0 1 0,0-1 0,1 0 0,-1 1 0,0-1 0,0 0 0,0 2 0,10 26 0,-9-24 0,49 194 0,-41-141 0,-4-19 0,-2-13 0,-1 0 0,-1 35 0,-1-60 0,0 0 0,0 0 0,0 0 0,0 0 0,0 0 0,0 0 0,0 0 0,0 0 0,0 0 0,0 0 0,0 0 0,0 0 0,0 0 0,0 0 0,0 0 0,0 0 0,0 0 0,0 0 0,0 0 0,0 0 0,1 0 0,-1 0 0,0 0 0,0 0 0,0 0 0,0 0 0,0 0 0,0 0 0,0 0 0,0 0 0,0 0 0,0 0 0,0 0 0,0 0 0,0 0 0,0 0 0,0 0 0,0 0 0,0 0 0,0 0 0,0 0 0,0 0 0,0 0 0,0 0 0,0 0 0,0 0 0,0 0 0,0 1 0,0-1 0,4-7 0,2-9 0,-4-6 0,1-30 0,-4 38 0,2 1 0,0-1 0,0 1 0,1-1 0,1 1 0,7-22 0,-1 15 0,1 1 0,2 0 0,-1 0 0,2 2 0,1-1 0,0 2 0,1 0 0,1 0 0,22-16 0,-36 30 0,2-2 0,1 1 0,-1 0 0,1 0 0,-1 0 0,1 0 0,6-2 0,-9 5 0,-1 0 0,0-1 0,1 1 0,-1 0 0,1 0 0,-1 0 0,0 0 0,1 0 0,-1 0 0,1 0 0,-1 1 0,0-1 0,1 1 0,-1-1 0,0 1 0,1-1 0,-1 1 0,0 0 0,0-1 0,1 1 0,-1 0 0,0 0 0,0 0 0,0 0 0,0 0 0,0 0 0,0 0 0,1 2 0,5 7 0,-1 0 0,0 1 0,0-1 0,-1 1 0,6 18 0,-3-1 0,7 33 0,2 88 0,-14-120 0,-3-27-105,0 0 0,0-1 0,1 1 0,-1-1 0,1 1 0,-1-1 0,1 1 0,-1-1 0,1 0 0,0 1 0,0-1 0,0 2 0,6 3-6721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20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203 125 24575,'-31'-11'0,"25"10"0,-1 0 0,1 0 0,-1 1 0,0 0 0,0 0 0,1 0 0,-1 1 0,-10 2 0,13-2 0,1 1 0,-1-1 0,1 1 0,-1 0 0,1 0 0,-1 0 0,1 0 0,0 0 0,0 1 0,0-1 0,0 1 0,1 0 0,-1 0 0,1 0 0,0 0 0,-3 4 0,-2 6 0,1 0 0,0 0 0,1 1 0,0 0 0,1 0 0,-4 20 0,5-6 0,1 0 0,1 37 0,1-65 0,0 0 0,0 0 0,0 0 0,0 0 0,0 0 0,0 0 0,0 0 0,0 0 0,0 0 0,0 0 0,0 0 0,0 0 0,0 0 0,0 0 0,0 0 0,0 0 0,1 0 0,-1 0 0,0 0 0,0-1 0,0 1 0,0 0 0,0 0 0,0 0 0,0 0 0,0 0 0,0 0 0,0 0 0,0 0 0,0 0 0,0 0 0,0 0 0,0 0 0,0 0 0,0 0 0,0 0 0,1 0 0,-1 1 0,0-1 0,0 0 0,0 0 0,0 0 0,0 0 0,0 0 0,0 0 0,0 0 0,0 0 0,0 0 0,0 0 0,0 0 0,0 0 0,0 0 0,0 0 0,0 0 0,0 0 0,0 0 0,0 0 0,0 0 0,0 0 0,0 0 0,0 0 0,0 1 0,0-1 0,0 0 0,0 0 0,0 0 0,6-7 0,3-9 0,-6 8 0,2-1 0,-1 0 0,-1-1 0,0 1 0,0-1 0,-1 1 0,2-16 0,-1 2 0,0-1 0,2 1 0,1 0 0,14-35 0,-11 34 0,-1-1 0,-1-1 0,4-30 0,-11 69 0,0 1 0,0 0 0,1 0 0,1 0 0,1-1 0,0 1 0,6 17 0,-7-27 0,14 44 0,43 86 0,-42-94 0,-14-31 0,1 1 0,8 14 0,-11-22 0,1 0 0,-1-1 0,1 1 0,-1 0 0,1-1 0,0 0 0,0 1 0,0-1 0,0 0 0,0 0 0,0 0 0,0 0 0,0 0 0,0 0 0,0-1 0,1 1 0,-1-1 0,0 0 0,0 0 0,1 1 0,-1-1 0,0-1 0,1 1 0,-1 0 0,0 0 0,0-1 0,4-1 0,6-1 0,1-1 0,-1-1 0,17-8 0,-26 11 0,22-11-1365,-16 6-5461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21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24575,'1'8'0,"0"0"0,0 0 0,0 0 0,1 0 0,0-1 0,1 1 0,0-1 0,0 1 0,5 6 0,7 12 0,19 25 0,-22-35 0,12 17 0,1-1 0,1-2 0,36 33 0,-51-52 0,-1 0 0,0 0 0,9 17 0,16 18 0,33 28-1365,-61-66-5461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21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460 1 24575,'-3'0'0,"0"1"0,0-1 0,0 1 0,0 0 0,0-1 0,0 1 0,0 1 0,1-1 0,-1 0 0,0 1 0,1 0 0,-1-1 0,1 1 0,0 0 0,-1 0 0,-1 3 0,-6 6 0,1 0 0,-9 15 0,1-3 0,-21 24 0,-53 73 0,-130 227-1365,214-333-5461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23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39 24575,'0'-8'0,"0"-15"0,0 23 0,0-1 0,0 1 0,0 0 0,0 0 0,0-1 0,0 1 0,0 0 0,0-1 0,0 1 0,0 0 0,0 0 0,0-1 0,0 1 0,0 0 0,-1 0 0,1-1 0,0 1 0,0 0 0,0 0 0,0 0 0,-1-1 0,1 1 0,0 0 0,0 0 0,0 0 0,-1 0 0,1-1 0,0 1 0,0 0 0,-1 0 0,1 0 0,0 0 0,0 0 0,-1 0 0,1 0 0,0 0 0,-1 0 0,1 0 0,0 0 0,0 0 0,-1 0 0,1 0 0,0 0 0,0 0 0,-1 0 0,1 0 0,0 0 0,0 0 0,-1 0 0,1 0 0,0 0 0,0 1 0,-1-1 0,1 0 0,0 0 0,0 0 0,0 0 0,-1 1 0,-4 3 0,0 1 0,0 0 0,1 0 0,0 0 0,0 0 0,0 1 0,0-1 0,1 1 0,-4 9 0,-21 61 0,20-52 0,-9 28 0,3 1 0,2 0 0,2 1 0,2 1 0,0 60 0,7 438-520,4-253 314,-4 549 206,1-846 30,0 0 0,0 0 1,0 0-1,1 0 0,-1 0 0,0 0 1,1 0-1,0-1 0,0 1 1,0 0-1,2 3 0,-2-5-14,0 0 0,0 0-1,0 0 1,0 0 0,1 0 0,-1 0 0,0 0-1,1-1 1,-1 1 0,1 0 0,-1-1 0,1 1-1,-1-1 1,1 0 0,-1 0 0,1 1 0,-1-1-1,1 0 1,0 0 0,-1 0 0,1-1-1,2 1 1,3-1-16,0-1 0,0 1 0,0-1 0,0-1 0,0 1 0,-1-1 0,1 0 0,10-7 0,47-37 0,-62 45 0,71-59-1365,-36 32-5461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25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175 660 24575,'-2'-4'0,"1"1"0,-1-1 0,0 1 0,0 0 0,0 0 0,0 0 0,0 0 0,-1 0 0,1 1 0,-1-1 0,-3-2 0,1 1 0,1 0 0,0 1 0,0-1 0,-1 1 0,1 0 0,-1 1 0,1-1 0,-1 1 0,0 0 0,-9-3 0,11 4 0,0 1 0,1-1 0,-1 1 0,0 0 0,1-1 0,-1 1 0,0 0 0,0 0 0,1 1 0,-1-1 0,0 1 0,1-1 0,-1 1 0,0 0 0,1 0 0,-1 0 0,1 0 0,-1 1 0,1-1 0,0 1 0,-3 1 0,3 0 0,-1 0 0,1 0 0,0 0 0,0 1 0,0-1 0,1 1 0,-1-1 0,1 1 0,0 0 0,-1-1 0,2 1 0,-2 4 0,-3 48 0,5-46 0,2 110 0,-2-119 0,0 0 0,0 0 0,0 1 0,0-1 0,0 0 0,0 0 0,1 0 0,-1 0 0,1 0 0,-1 0 0,1 0 0,-1 0 0,1 0 0,-1 0 0,1 0 0,1 1 0,-2-2 0,0 1 0,1-1 0,-1 0 0,1 0 0,-1 0 0,1 0 0,-1 0 0,1 0 0,-1 1 0,1-1 0,-1 0 0,1 0 0,-1 0 0,0-1 0,1 1 0,-1 0 0,1 0 0,-1 0 0,1 0 0,-1 0 0,1 0 0,-1-1 0,0 1 0,1 0 0,-1 0 0,1-1 0,2-1 0,0-1 0,-1 1 0,1-1 0,-1 1 0,0-1 0,1 0 0,-1 0 0,2-5 0,10-23 0,-1-1 0,-2 0 0,-1-1 0,8-44 0,-7 10 0,-6 30 0,11-35 0,57-245 0,-71 307 0,3-12 0,-1 1 0,-1-1 0,0-26 0,-2 542 0,-3-227 0,3-182 0,-1-83-50,0-1-1,0 0 1,0 0-1,1 1 0,-1-1 1,1 0-1,-1 0 1,1 0-1,-1 0 1,1 0-1,0 1 0,-1-1 1,1 0-1,0 0 1,0-1-1,0 1 1,0 0-1,0 0 0,0 0 1,0-1-1,0 1 1,0 0-1,0-1 1,0 1-1,1-1 1,1 1-1,9 3-6775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26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24575,'0'1168'0,"-3"-1138"-1365,0-20-5461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27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24575,'1'-2'0,"-1"0"0,1 1 0,-1-1 0,1 0 0,-1 1 0,1-1 0,0 1 0,0-1 0,0 1 0,0 0 0,0-1 0,0 1 0,0 0 0,0 0 0,1 0 0,-1-1 0,2 0 0,25-15 0,-21 14 0,1 0 0,-1 0 0,1 1 0,0 0 0,0 1 0,16-2 0,51 4 0,-36 0 0,17-2 0,50 3 0,-104-2 0,0 0 0,0 1 0,0-1 0,0 1 0,0-1 0,0 1 0,0 0 0,0 0 0,0 0 0,0 0 0,-1 0 0,1 0 0,0 1 0,-1-1 0,1 0 0,-1 1 0,1-1 0,-1 1 0,0 0 0,0-1 0,1 1 0,-1 0 0,0 0 0,1 3 0,1 4 0,-1 0 0,0 0 0,0 0 0,0 13 0,-1-12 0,1 7 0,0 1 0,-1-1 0,-1 1 0,-1-1 0,-3 25 0,2-38 0,1-1 0,-1 1 0,0 0 0,0 0 0,0-1 0,0 1 0,-1-1 0,1 0 0,-1 1 0,0-1 0,0-1 0,0 1 0,0 0 0,-7 3 0,-4 3 0,-1-1 0,-21 9 0,20-10 0,6-4-18,0-1-1,-1 1 0,0-2 1,1 1-1,-1-1 0,0-1 1,0 0-1,-11-2 0,-4 1-1178,12 1-5629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28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0 24575,'-2'0'0,"-4"0"0,-3 0 0,-2 0 0,-3 0 0,0 0 0,-1 0 0,0 0 0,3 3 0,0 0 0,0 0 0,0 0 0,-1-2 0,0 0 0,-1 0 0,2-1-8191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28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24575,'1'28'0,"2"-1"0,10 44 0,-2-13 0,-6-27 0,-1-7 0,0 0 0,-1 31 0,-3 373 0,2-395-1365,1-23-5461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29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24575,'2'0'0,"4"0"0,3 0 0,4 0 0,4 0 0,2 0 0,2 0 0,2 0 0,1 0 0,5 0 0,1 0 0,-1 0 0,-3 0 0,-4 0 0,-3 0 0,-5-3 0,-4 0-8191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30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24575,'1'15'0,"1"0"0,0 0 0,1 0 0,1 0 0,9 23 0,3 8 0,-16-42 0,17 65 0,-14-54 0,2 1 0,0 0 0,0-1 0,9 16 0,-8-19 0,-1-2-1365,0-3-5461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31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 24575,'3'-3'0,"2"0"0,4-3 0,2 1 0,2 0 0,2-1 0,0 0 0,0-1 0,0 1 0,0 1 0,0 2 0,-3-2 0,-1 1 0,0 0 0,1 2 0,1-2 0,0 0 0,-1 0-8191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31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24575,'1'14'0,"0"0"0,2-1 0,-1 1 0,9 22 0,4 22 0,-8 1 0,-2 0 0,-5 94 0,-2-70 0,2 325 0,-1-400-341,1-1 0,-1 1-1,-3 11 1,1-6-6485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32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24575,'2'0'0,"4"0"0,3 0 0,2 0 0,2 0 0,1 0 0,1 0 0,0 0 0,2 0 0,2 0 0,-1 0 0,1 0 0,1 0 0,-2 0 0,0 0 0,-2 0 0,0 0 0,-3 0-8191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33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0 24575,'11'30'0,"-9"-15"31,0 0 0,-1 0 0,0 0 0,-1 0 0,-1 0 0,-1 0 0,0 0 0,-1-1 1,0 1-1,-9 21 0,9-29-66,0 0 1,-1 0 0,0 0 0,0 0 0,0-1 0,-1 1 0,0-1 0,-1 0-1,-7 7 1,8-10-63,0 1-1,-1-1 1,1 0-1,-1 0 1,1 0-1,-1-1 1,0 0-1,0 0 1,0 0-1,0-1 1,0 0-1,0 0 0,-7 0 1,0-1-6729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34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368 1 24575,'-7'0'0,"0"1"0,-1 1 0,1-1 0,0 1 0,-10 5 0,-16 3 0,-41 9 0,46-11 0,1-1 0,-1-1 0,0-2 0,-34 2 0,37-4-1365,15 1-5461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35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24575,'1'3'0,"0"0"0,1 0 0,-1 1 0,1-1 0,0 0 0,0 0 0,0 0 0,4 4 0,0 1 0,2 4 0,-2 0 0,1 1 0,-1 0 0,-1 0 0,0 1 0,-1 0 0,4 22 0,-2 5 0,1 55 0,-6 296 0,-2-201 0,0-178 0,-1 0 0,0-1 0,-1 1 0,0 0 0,-1-1 0,0 1 0,-8 13 0,-9 32 0,18-46-34,1 0 0,1 0 0,0 0 0,0 0-1,2 16 1,0-8-1126,-1-7-5666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35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24575,'376'0'0,"-369"0"-341,1-1 0,0 0-1,11-3 1,-6 1-6485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37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24575,'70'-1'0,"77"3"0,-143-2 0,-1 0 0,0 0 0,1 1 0,-1 0 0,0 0 0,0 0 0,1 0 0,-1 0 0,0 0 0,0 1 0,0 0 0,-1-1 0,1 1 0,0 0 0,-1 0 0,6 5 0,-6-3 0,0-1 0,0 1 0,0 0 0,-1-1 0,1 1 0,-1 0 0,0 0 0,0 0 0,0 0 0,0 0 0,-1 0 0,0 0 0,0 6 0,0 20 0,-5 46 0,3-65 0,0-1 0,-1 1 0,0-1 0,0 0 0,-1 0 0,-1 0 0,-10 17 0,3-8 0,-1-1 0,-1 0 0,-31 30 0,44-48 0,1 1 0,-1-1 0,0 1 0,0-1 0,1 1 0,-1 0 0,1 0 0,-1-1 0,0 1 0,1 0 0,-1 0 0,1 0 0,0-1 0,-1 1 0,1 0 0,0 0 0,-1 0 0,1 0 0,0 1 0,0-1 0,0-1 0,1 1 0,-1-1 0,0 1 0,1-1 0,-1 1 0,0-1 0,1 1 0,-1-1 0,1 0 0,-1 1 0,1-1 0,-1 1 0,0-1 0,1 0 0,-1 0 0,1 1 0,0-1 0,-1 0 0,1 0 0,-1 0 0,1 0 0,0 1 0,6 0 0,1 0 0,-1-1 0,14 0 0,-16 0 0,129-2-1365,-122 2-5461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37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 24575,'2'0'0,"7"-3"0,8-2 0,6-2 0,5-3 0,6-1 0,9-1 0,0 0 0,4 1 0,4 3 0,-3 0 0,-4 2 0,0 1 0,-4 2 0,-5 2 0,-6 0 0,-5 1 0,-7 0-8191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38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1 24575,'-1'0'0,"0"1"0,1 0 0,-1 0 0,0 0 0,1 0 0,-1 0 0,0 0 0,1 0 0,-1 0 0,1 0 0,0 0 0,-1 0 0,1 0 0,0 0 0,0 0 0,0 0 0,0 0 0,0 2 0,-1-1 0,-4 43 0,2 0 0,4 63 0,0-37 0,-1-20 0,-2 0 0,-2 0 0,-3 0 0,-15 59 0,-87 292 0,91-333 0,-17 55 0,14-69-1365,17-48-5461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38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7 232 24575,'0'0'0,"0"0"0,0 0 0,-1 0 0,1 0 0,0 0 0,-1 0 0,1 0 0,0 0 0,-1-1 0,1 1 0,0 0 0,0 0 0,-1 0 0,1 0 0,0 0 0,0-1 0,-1 1 0,1 0 0,0 0 0,0-1 0,0 1 0,-1 0 0,1 0 0,0-1 0,0 1 0,0 0 0,0 0 0,0-1 0,0 1 0,-1 0 0,1-1 0,0 1 0,0 0 0,0 0 0,0-1 0,0 1 0,0 0 0,0-1 0,0 1 0,0 0 0,0-1 0,0 1 0,1 0 0,-1 0 0,0-1 0,0 1 0,0 0 0,0-1 0,0 1 0,1 0 0,-1 0 0,0-1 0,0 1 0,0 0 0,1-1 0,10-15 0,20-17 0,46-38 0,-51 48 0,-16 14-151,0 0-1,1 1 0,0 0 0,0 0 1,1 2-1,-1-1 0,1 2 1,23-9-1,-25 13-6674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39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0 24575,'1'42'0,"1"-26"0,-2 0 0,0 0 0,-1 1 0,-4 19 0,4-32 19,0 1 0,-1-1 0,0 0 0,0 1 0,0-1 0,-1 0 0,1 0 0,-1 0 0,0-1 0,0 1 0,-1-1 0,1 1 0,-1-1 0,1 0 0,-1-1 0,0 1 0,-5 2 0,2-1-190,0-1 0,0 0 1,0-1-1,-1 1 0,1-1 1,-1-1-1,1 1 0,-1-1 1,-12 0-1,8-1-6655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50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235 577 24575,'0'0'0,"-1"-1"0,1 0 0,0 1 0,0-1 0,0 1 0,-1-1 0,1 1 0,0-1 0,0 1 0,-1-1 0,1 1 0,-1-1 0,1 1 0,0 0 0,-1-1 0,1 1 0,-1-1 0,1 1 0,-1 0 0,1-1 0,-1 1 0,1 0 0,-1 0 0,1 0 0,-1-1 0,0 1 0,1 0 0,-1 0 0,1 0 0,-1 0 0,1 0 0,-1 0 0,0 0 0,1 0 0,-1 0 0,1 0 0,-2 0 0,-24 4 0,22-3 0,-1 0 0,-1 1 0,1 0 0,-1-1 0,1 2 0,0-1 0,0 1 0,0-1 0,0 1 0,0 1 0,1-1 0,-1 1 0,1 0 0,0 0 0,0 0 0,0 0 0,1 1 0,0-1 0,-4 7 0,-12 16 0,4-7 0,2 0 0,-21 41 0,31-56 0,1 1 0,0-1 0,0 1 0,0 0 0,1 0 0,0 0 0,0 0 0,0 0 0,1 0 0,0 0 0,0 0 0,0 0 0,1 0 0,0 0 0,0 0 0,4 10 0,-4-13 0,1 0 0,0 0 0,-1 0 0,1-1 0,0 1 0,0 0 0,0-1 0,1 1 0,-1-1 0,0 1 0,1-1 0,0 0 0,0 0 0,-1-1 0,1 1 0,0 0 0,0-1 0,1 0 0,-1 0 0,0 0 0,5 1 0,5 0 0,0 0 0,0-2 0,0 1 0,16-3 0,-1 1 0,-23 1 0,0-1 0,-1 0 0,1 0 0,0 0 0,-1 0 0,1-1 0,-1 0 0,0 1 0,1-2 0,-1 1 0,0 0 0,0-1 0,-1 0 0,1 0 0,0 0 0,-1 0 0,0-1 0,0 1 0,0-1 0,0 0 0,0 0 0,3-7 0,0-2 0,0 0 0,0 0 0,-1-1 0,-1 0 0,0 0 0,1-17 0,15-62 0,-13 63 0,0 0 0,-3-1 0,3-45 0,-8-413 0,1 1149 0,2-625 0,1 1 0,1-1 0,14 50 0,-15-71 0,1 0 0,0 0 0,1-1 0,1 1 0,0-1 0,1-1 0,0 1 0,1-1 0,1 0 0,0-1 0,0 0 0,1-1 0,0 1 0,13 8 0,-14-12 0,-5-3 0,1-1 0,-1 1 0,1-1 0,0 0 0,8 3 0,-12-6 0,0 1 0,0-1 0,1 0 0,-1 1 0,0-1 0,1 0 0,-1 0 0,0 0 0,1 0 0,-1 0 0,0 0 0,1 0 0,-1-1 0,0 1 0,1 0 0,-1-1 0,0 1 0,0-1 0,1 1 0,-1-1 0,0 0 0,0 0 0,0 1 0,0-1 0,0 0 0,0 0 0,0 0 0,1-2 0,4-4 0,-1-1 0,-1 1 0,1-1 0,-1 0 0,0 0 0,3-12 0,13-56 0,-4 12 0,-9 43-1365,-2 2-5461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51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 24575,'0'0'0,"-1"0"0,0 0 0,1 0 0,-1 0 0,1 1 0,-1-1 0,1 0 0,-1 1 0,1-1 0,-1 0 0,1 1 0,-1-1 0,1 1 0,-1-1 0,1 1 0,0-1 0,-1 1 0,1-1 0,0 1 0,-1-1 0,1 1 0,0-1 0,0 1 0,-1-1 0,1 1 0,0 0 0,0 0 0,-3 22 0,2-17 0,-10 113 0,6 191 0,7-173 0,-2 35-1365,0-159-5461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52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24575,'33'-1'0,"-16"0"0,0 1 0,0 0 0,31 6 0,-44-5 0,1 0 0,-1 0 0,0 1 0,0-1 0,1 1 0,-1 0 0,-1 0 0,1 1 0,0-1 0,0 1 0,-1-1 0,0 1 0,1 0 0,-1 1 0,0-1 0,-1 1 0,1-1 0,-1 1 0,4 6 0,-1 0 0,-1 1 0,0-1 0,0 1 0,-1 0 0,-1-1 0,0 1 0,0 1 0,-1-1 0,0 0 0,-1 0 0,-1 0 0,1 1 0,-5 15 0,4-22 0,-1-1 0,0 1 0,0-1 0,0 1 0,-1-1 0,1 0 0,-1 0 0,0 0 0,0 0 0,-1 0 0,1-1 0,-1 0 0,-3 4 0,-9 3 0,1 1 0,-21 9 0,-9 6 0,33-18-1365,3-2-5461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54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0 24575,'0'2'0,"0"1"0,1-1 0,-1 0 0,-1 0 0,1 0 0,0 1 0,-1-1 0,1 0 0,-1 0 0,1 0 0,-1 1 0,0-1 0,0 0 0,0 0 0,0 0 0,0-1 0,-1 1 0,1 0 0,0 0 0,-1-1 0,0 1 0,1-1 0,-1 1 0,0-1 0,0 1 0,1-1 0,-1 0 0,0 0 0,0 0 0,-1 0 0,1-1 0,0 1 0,0 0 0,0-1 0,0 0 0,-1 1 0,1-1 0,0 0 0,-4 0 0,-76-1 0,52-1 0,-34 4 0,62-2 0,1 0 0,-1 1 0,1-1 0,-1 1 0,1-1 0,0 1 0,-1-1 0,1 1 0,0 0 0,-1 0 0,1 0 0,0 0 0,0 0 0,-1 0 0,1 0 0,0 0 0,0 0 0,1 1 0,-1-1 0,0 0 0,0 0 0,0 1 0,1-1 0,-1 1 0,1-1 0,-1 1 0,1-1 0,0 1 0,-1-1 0,1 1 0,0 1 0,-1 8 0,1-1 0,0 1 0,2 17 0,0-8 0,-1 394 0,-2-221 0,1-191 0,0 0 0,0 1 0,1-1 0,-1 0 0,0 0 0,1 1 0,-1-1 0,1 0 0,0 0 0,0 0 0,0 0 0,0 0 0,0 0 0,0 0 0,0 0 0,1 0 0,1 2 0,0-2 0,0 0 0,-1-1 0,1 1 0,0 0 0,0-1 0,0 0 0,0 0 0,0 0 0,0 0 0,0 0 0,6 1 0,21 0 0,0 0 0,38-4 0,-5 0 0,-41 1 0,0-2 0,1-1 0,39-11 0,-47 11 0,-3 0-1365,-3 0-5461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54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24575,'0'419'-1365,"0"-407"-5461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56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24575,'9'0'0,"0"1"0,0 0 0,0 1 0,0 0 0,-1 0 0,17 7 0,49 29 0,-26-12 0,-24-15 0,-14-7 0,1 1 0,-1 0 0,0 0 0,-1 1 0,14 11 0,-21-15 0,0 0 0,0 1 0,0-1 0,0 0 0,0 1 0,-1-1 0,1 1 0,-1-1 0,0 1 0,0 0 0,0 0 0,0 0 0,0-1 0,-1 1 0,1 0 0,-1 0 0,0 0 0,0 0 0,0 0 0,0 0 0,0 0 0,0 0 0,-1 0 0,0 0 0,0-1 0,-1 5 0,-14 37 0,7-20 0,1 0 0,-8 44 0,1 9 0,-3 25 0,17-75 258,1-19-582,0 0-1,-1-1 0,0 1 1,-3 13-1,1-11-6501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56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24575,'0'-1'0,"0"1"0,1-1 0,-1 0 0,1 0 0,-1 1 0,1-1 0,-1 1 0,1-1 0,-1 0 0,1 1 0,-1-1 0,1 1 0,0-1 0,-1 1 0,1 0 0,0-1 0,-1 1 0,1 0 0,0-1 0,0 1 0,0 0 0,22-7 0,-18 5 0,18-2 0,1 0 0,-1 1 0,1 2 0,0 0 0,31 4 0,4-2 0,-27 0 0,-19 0 0,0 0 0,0-1 0,0-1 0,18-3 0,-29 3-105,-1 1 0,1-1 0,0 0 0,-1 1 0,1-1 0,-1 0 0,1 0 0,-1 0 0,1 0 0,-1 0 0,0 0 0,3-3 0,5-8-6721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57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12 24575,'-290'0'0,"280"-1"-163,0 0 0,-19-4 0,22 3-713,-6 0-5950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59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24575,'0'17'0,"1"0"0,1 0 0,4 24 0,1-8 0,-1 0 0,-2 0 0,-1 50 0,-3 336 0,1-402 0,5 31 0,-2-30 0,0 29 0,-4-18-1365,0-17-5461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2:59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24575,'405'0'-1365,"-392"0"-5461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3:00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24575,'0'1'0,"0"-1"0,0 1 0,0 0 0,1-1 0,-1 1 0,0-1 0,1 1 0,-1-1 0,0 1 0,1-1 0,-1 1 0,0-1 0,1 1 0,-1-1 0,1 0 0,-1 1 0,1-1 0,-1 1 0,1-1 0,-1 0 0,1 0 0,-1 1 0,1-1 0,0 0 0,-1 0 0,1 0 0,0 0 0,22 4 0,-17-3 0,4 1 0,-1 1 0,0 0 0,0 0 0,0 1 0,0 1 0,-1-1 0,0 1 0,0 1 0,0 0 0,7 7 0,-13-12 0,-1 1 0,1-1 0,-1 1 0,1 0 0,-1 0 0,0 0 0,0 0 0,0-1 0,0 1 0,0 1 0,-1-1 0,1 0 0,0 0 0,-1 0 0,0 0 0,1 0 0,-1 1 0,0 1 0,-1 0 0,1 1 0,-1-1 0,0 0 0,0 1 0,0-1 0,-1 0 0,0 0 0,-3 6 0,-3 4 0,-1-1 0,-1-1 0,-20 23 0,-11 5 0,41-40 0,0 0 0,0 1 0,0-1 0,0 0 0,0 1 0,0-1 0,0 0 0,0 0 0,0 1 0,0-1 0,0 0 0,0 1 0,0-1 0,0 0 0,0 0 0,0 1 0,0-1 0,0 0 0,0 1 0,0-1 0,0 0 0,0 0 0,0 1 0,1-1 0,-1 0 0,0 0 0,0 1 0,0-1 0,1 0 0,-1 0 0,0 0 0,0 1 0,0-1 0,1 0 0,-1 0 0,0 0 0,0 0 0,1 0 0,-1 0 0,0 1 0,1-1 0,-1 0 0,0 0 0,0 0 0,1 0 0,-1 0 0,1 0 0,19 5 0,-13-4 0,-2 0 0,-1 0 0,1 1 0,-1-1 0,0 1 0,1 0 0,-1 0 0,0 0 0,0 1 0,0-1 0,-1 1 0,1 0 0,-1 0 0,1 1 0,-1-1 0,0 0 0,0 1 0,-1 0 0,1 0 0,-1 0 0,0 0 0,2 5 0,2 4 0,0 0 0,-2-1 0,1 1 0,3 19 0,-7-29 0,-1-1 0,1 1 0,-1 0 0,0-1 0,0 1 0,0 0 0,0-1 0,0 1 0,-1-1 0,1 1 0,-1 0 0,1-1 0,-1 1 0,0-1 0,0 1 0,0-1 0,-1 0 0,1 1 0,-1-1 0,1 0 0,-1 0 0,0 0 0,-3 4 0,2-5-124,0 1 0,0 0 0,0-1 0,0 0 0,0 0 0,-1 1-1,1-2 1,0 1 0,-1 0 0,-3-1 0,-6 1-6702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3:02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6 24575,'-3'-6'0,"10"10"0,10 0 0,0 0 0,0 0 0,0-2 0,0 0 0,0-1 0,18-1 0,71-1-1365,-93 1-5461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3:02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24575,'0'941'-1365,"0"-929"-5461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3:03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0 110 24575,'31'-12'0,"13"9"0,-37 4 0,-1-1 0,1-1 0,-1 1 0,1-1 0,-1 0 0,1-1 0,-1 1 0,1-1 0,10-5 0,92-65-1365,-96 64-5461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3:04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1 107 24575,'0'-1'0,"0"-1"0,1 0 0,-1 1 0,1-1 0,0 0 0,0 1 0,-1-1 0,1 1 0,0-1 0,0 1 0,0 0 0,1-1 0,-1 1 0,0 0 0,2-2 0,23-17 0,-23 18 0,9-5 11,1 0 0,0 1 1,1 0-1,-1 1 0,1 1 0,20-5 0,10-3-1454,-31 8-5383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3:05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24575,'2'25'0,"0"0"0,2 0 0,12 45 0,-2-12 0,-12-45 88,-1 0 1,0 24-1,-1-21-125,3 30-1,-2-42-81,-1 0-1,1 0 0,0 0 1,1-1-1,-1 1 0,1 0 1,-1-1-1,1 1 0,0-1 1,0 1-1,1-1 1,3 4-1,1-1-6706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3:07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24575,'0'3'0,"2"0"0,2 2 0,4 6 0,0 3 0,3-1 0,-2 0 0,1 0 0,-2 0 0,0-1 0,0-6 0,-3-7 0,-2-5 0,-3-4 0,-2-3 0,-4-1 0,0-1 0,1 1-8191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3:08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158 357 24575,'-3'1'0,"0"0"0,0 0 0,1 1 0,-1-1 0,1 1 0,-1 0 0,1 0 0,-1 0 0,1 0 0,0 0 0,-4 5 0,0 0 0,-8 7 0,1 1 0,1 0 0,0 1 0,1 1 0,-12 24 0,21-36 0,-4 4 0,1 1 0,1-1 0,0 1 0,1 0 0,-4 12 0,7-20 0,0 0 0,-1-1 0,1 1 0,0 0 0,0 0 0,0-1 0,0 1 0,0 0 0,1-1 0,-1 1 0,0 0 0,1-1 0,-1 1 0,1 0 0,0-1 0,-1 1 0,1-1 0,0 1 0,0-1 0,0 1 0,0-1 0,0 0 0,0 1 0,1-1 0,-1 0 0,0 0 0,1 0 0,-1 0 0,1 0 0,-1 0 0,1-1 0,-1 1 0,1 0 0,-1-1 0,1 1 0,0-1 0,-1 1 0,1-1 0,3 0 0,15 2 0,0-1 0,0-1 0,38-4 0,-56 4 0,-1-1 0,1 1 0,0-1 0,-1 1 0,1-1 0,0 0 0,-1 1 0,1-1 0,-1 0 0,1 0 0,-1 0 0,0 0 0,1-1 0,-1 1 0,0 0 0,0 0 0,0-1 0,0 1 0,0-1 0,1-1 0,2-5 0,-1 0 0,6-17 0,0 0 0,-6 18 0,6-13 0,0-1 0,-1-1 0,6-26 0,-11 22 0,-1 1 0,-1-1 0,-3-27 0,0-4 0,2-180 0,15 280 0,-10-19 0,0 0 0,-2 0 0,1 29 0,-5 75 0,0-52 0,0-40 0,2 43 0,0-76 0,0 0 0,0 0 0,0 0 0,0 0 0,0 0 0,1 0 0,-1-1 0,1 1 0,0-1 0,0 1 0,0-1 0,0 1 0,0-1 0,1 0 0,-1 0 0,1 0 0,-1 0 0,1-1 0,0 1 0,0-1 0,0 0 0,5 3 0,2-1 0,0 1 0,0-2 0,1 1 0,-1-1 0,18 1 0,-23-3 0,0 0 0,0-1 0,0 1 0,0-1 0,0 0 0,0 0 0,0 0 0,0-1 0,0 1 0,-1-1 0,1-1 0,7-4 0,-7 3 0,1 0 0,-1-1 0,0 0 0,0 0 0,0-1 0,-1 1 0,0-1 0,6-10 0,-3 4 139,18-36-1643,-21 38-5322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3:09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24575,'-1'65'0,"3"73"0,4-95 0,16 61 0,-16-78 0,1 1 0,-3-11 0,0 1 0,-1 1 0,0-1 0,-1 18 0,-3-11 0,1-16 0,-1 0 0,1 0 0,0 0 0,1-1 0,2 13 0,-3-20 0,0 0 0,0 0 0,0 1 0,0-1 0,0 0 0,0 0 0,0 0 0,0 0 0,0 1 0,0-1 0,0 0 0,0 0 0,0 0 0,0 0 0,0 0 0,0 1 0,0-1 0,0 0 0,1 0 0,-1 0 0,0 0 0,0 0 0,0 0 0,0 1 0,0-1 0,0 0 0,0 0 0,1 0 0,-1 0 0,0 0 0,0 0 0,0 0 0,0 0 0,0 0 0,0 0 0,1 0 0,-1 1 0,0-1 0,0 0 0,0 0 0,0 0 0,1 0 0,-1 0 0,0 0 0,0 0 0,4-9 0,2-19 0,-5 24 0,9-51-682,5-74-1,-14 102-6143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3:10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24575,'1'1'0,"-1"0"0,0 0 0,1-1 0,-1 1 0,1 0 0,-1-1 0,1 1 0,-1 0 0,1-1 0,-1 1 0,1-1 0,0 1 0,-1-1 0,1 1 0,0-1 0,-1 1 0,2-1 0,17 9 0,-14-6 0,49 20 0,57 17 0,17 7 0,-124-45 0,0 0 0,0-1 0,-1 1 0,1 0 0,0 1 0,-1-1 0,0 1 0,1 0 0,2 3 0,-5-4 0,1 0 0,-1 1 0,1-1 0,-1 1 0,0-1 0,0 1 0,0 0 0,-1-1 0,1 1 0,-1 0 0,1-1 0,-1 1 0,0 0 0,0 4 0,0 3 43,-1 1 0,0 0-1,0-1 1,-1 0 0,0 1-1,-1-1 1,-5 13 0,5-17-165,0-1 0,0 1 0,0-1 0,-1 0 0,0 0 0,0 0 0,0-1 0,-1 1 0,1-1 1,-1 0-1,0 0 0,0-1 0,-10 5 0,7-3-6704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3:12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4 24575,'-41'-2'0,"25"1"0,0 0 0,0 2 0,0 0 0,-21 3 0,25 1 0,0 0 0,0 0 0,1 1 0,0 1 0,0 0 0,0 0 0,-12 12 0,20-16 0,0 0 0,0 0 0,1 1 0,-1-1 0,1 0 0,0 1 0,-1 0 0,2-1 0,-1 1 0,0 0 0,1 0 0,0 0 0,0 0 0,0 0 0,0 7 0,0 6 0,0 1 0,3 26 0,1-5 0,-3-27 0,2 0 0,-1-1 0,2 1 0,0 0 0,0-1 0,1 1 0,10 19 0,-14-29 0,6 12 0,-1 0 0,-1 0 0,0 0 0,-1 1 0,-1-1 0,0 1 0,0 29 0,-2-35 0,1 0 0,0-1 0,3 13 0,-2-15 0,0 0 0,-1 0 0,0 0 0,-1 1 0,1-1 0,-1 0 0,0 1 0,-2 9 0,2-15 0,-1 0 0,1 1 0,0-1 0,-1 0 0,1 0 0,0 1 0,0-1 0,0 0 0,0 1 0,0-1 0,0 0 0,1 0 0,-1 1 0,0-1 0,1 0 0,0 2 0,0-2 0,0 0 0,0 0 0,0 0 0,0-1 0,0 1 0,0 0 0,0-1 0,0 1 0,0-1 0,0 1 0,0-1 0,1 0 0,-1 0 0,0 1 0,0-1 0,1 0 0,1 0 0,41 2 0,48-3 0,-17-1 0,-62 2 0,-2 0 0,0 0 0,-1 0 0,1-1 0,19-4 0,-27 4 0,-1 0 0,0 0 0,1 0 0,-1 0 0,0 0 0,0 0 0,1-1 0,-1 1 0,0-1 0,0 1 0,-1-1 0,1 0 0,0 0 0,0 0 0,-1 0 0,1 0 0,-1 0 0,0 0 0,0 0 0,0-1 0,0 1 0,0 0 0,0-1 0,0 1 0,0-5 0,0-7-1,0-1 0,-2-23 0,0 16-1361,0 10-5464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3:14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24575,'9'1'0,"0"1"0,0-1 0,0 2 0,0-1 0,-1 2 0,1-1 0,14 9 0,17 6 0,-1-7 0,-25-7 0,1 1 0,19 8 0,-32-11 0,0-1 0,-1 1 0,1 0 0,0-1 0,-1 1 0,1 0 0,-1 0 0,1 0 0,-1 0 0,0 0 0,0 0 0,0 1 0,0-1 0,0 0 0,-1 0 0,1 1 0,-1-1 0,1 0 0,-1 1 0,0-1 0,0 5 0,0 3 0,-1 0 0,1 1 0,-5 16 0,4-20 0,-1-1 0,0 1 0,-1-1 0,1 0 0,-1 1 0,-1-2 0,1 1 0,-1 0 0,0-1 0,0 1 0,-5 4 0,1-3 0,1 0 0,-1-1 0,-1 0 0,1-1 0,-1 1 0,-16 6 0,24-12 0,0 1 0,0-1 0,-1 1 0,1-1 0,0 1 0,0 0 0,0-1 0,0 1 0,0 0 0,0 0 0,0 0 0,0 0 0,0 0 0,0 0 0,0 0 0,1 0 0,-2 2 0,2-2 0,0 0 0,0 0 0,0 0 0,0 0 0,0-1 0,0 1 0,0 0 0,0 0 0,0 0 0,0 0 0,1-1 0,-1 1 0,0 0 0,1 0 0,-1-1 0,1 1 0,-1 0 0,0 0 0,1-1 0,1 2 0,3 3 0,1 0 0,0 0 0,1-1 0,12 8 0,-7-5 0,-9-5 0,1 0 0,-1 0 0,0 1 0,0 0 0,0-1 0,0 1 0,0 0 0,0 1 0,-1-1 0,0 0 0,0 1 0,0-1 0,0 1 0,2 7 0,-2-3 0,0 0 0,-1 0 0,0 1 0,0-1 0,-1 1 0,-1 9 0,0-9 0,0-1 0,0 0 0,-1 0 0,0 0 0,-1 0 0,1 0 0,-2-1 0,1 1 0,-1-1 0,0 0 0,-1 0 0,1 0 0,-2-1 0,1 1 0,0-1 0,-1 0 0,-11 8 0,7-5 0,-1-1 0,0 0 0,-15 8 0,23-14 0,0-1 0,0 1 0,0-1 0,-1 0 0,1 0 0,0 0 0,-1 0 0,1 0 0,-1-1 0,1 0 0,0 0 0,-1 0 0,1 0 0,-1 0 0,1 0 0,-1-1 0,1 0 0,-5-1 0,6 1 0,1 0 0,-1 0 0,1 0 0,-1-1 0,1 1 0,0 0 0,0-1 0,0 1 0,0 0 0,0-1 0,0 1 0,0-1 0,0 1 0,0-1 0,1 0 0,-1 1 0,1-1 0,-1 0 0,1 0 0,0 1 0,-1-1 0,1-2 0,0-7 0,-1 0 0,3-16 0,-1 12 0,-1 15 0,1-14 0,0-1 0,2-13 0,-1 23 0,-1-1 0,1 1 0,0 0 0,0 0 0,1 0 0,-1 0 0,1 0 0,4-5 0,6-5 0,1 0 0,1 1 0,21-17 0,-12 11 0,21-11 207,-23 16-1779,-7 5-5254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3:15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24575,'75'-1'0,"81"3"0,-154-2 0,-1 0 0,1 0 0,-1 1 0,1-1 0,-1 1 0,1-1 0,-1 1 0,0-1 0,1 1 0,-1 0 0,0 0 0,1 0 0,-1 0 0,0 0 0,0 0 0,0 0 0,0 0 0,0 0 0,0 0 0,0 1 0,0-1 0,0 0 0,-1 1 0,1-1 0,-1 0 0,1 1 0,-1-1 0,1 1 0,-1-1 0,0 1 0,1 2 0,0 5 0,-1 1 0,0 1 0,-2 18 0,0-7 0,0 353 0,3-201 0,-1-172 0,0 1 0,0-1 0,0 0 0,0 0 0,-1 0 0,1 1 0,0-1 0,-1 0 0,0 0 0,0 0 0,1 0 0,-1 0 0,0 0 0,-2 2 0,2-3 0,-1 0 0,1 0 0,-1 0 0,1 0 0,-1 0 0,1 0 0,-1 0 0,0 0 0,1-1 0,-1 1 0,0-1 0,0 1 0,1-1 0,-1 0 0,0 1 0,0-1 0,-2 0 0,-13-1-227,1-1-1,0 0 1,0-1-1,1 0 1,-23-9-1,26 8-6598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3:15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24575,'105'-2'0,"112"4"0,-177 3 0,40 9 0,-33-5 0,-32-6-1365,-4 1-5461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3:18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1 24575,'-304'0'0,"303"0"0,-1 0 0,0 0 0,0 0 0,0 0 0,1 0 0,-1 1 0,0-1 0,0 0 0,1 1 0,-1-1 0,0 1 0,1 0 0,-1 0 0,0 0 0,1-1 0,-1 1 0,1 1 0,0-1 0,-1 0 0,1 0 0,-2 2 0,2 0 0,0 0 0,-1 0 0,1 0 0,0 0 0,1 0 0,-1 0 0,0 0 0,1 0 0,0 0 0,0 0 0,0 5 0,3 572 0,-3-578 0,-1 0 0,1-1 0,0 1 0,1 0 0,-1 0 0,0 0 0,0-1 0,1 1 0,-1 0 0,1 0 0,0-1 0,-1 1 0,1 0 0,0-1 0,0 1 0,0-1 0,0 1 0,0-1 0,0 0 0,1 1 0,1 0 0,-1 0 0,1-1 0,0 0 0,0 0 0,0 0 0,0 0 0,0 0 0,0-1 0,0 1 0,1-1 0,-1 0 0,5 0 0,313-3-1365,-309 3-5461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3:19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24575,'1'73'0,"-3"82"0,0-133 0,-2 0 0,-7 26 0,1-6 0,-1-8-1365,9-24-5461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0T07:33:21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 24575,'0'0'0,"1"1"0,-1 0 0,0-1 0,0 1 0,1 0 0,-1-1 0,1 1 0,-1-1 0,0 1 0,1-1 0,-1 1 0,1-1 0,-1 1 0,1-1 0,-1 1 0,1-1 0,0 0 0,-1 1 0,1-1 0,-1 0 0,1 1 0,0-1 0,-1 0 0,1 0 0,0 0 0,-1 1 0,2-1 0,22 3 0,-21-3 0,114-1 0,14 2 0,-130-1 0,0 1 0,0-1 0,1 0 0,-1 0 0,0 1 0,0-1 0,0 0 0,0 1 0,1-1 0,-1 1 0,0 0 0,0-1 0,0 1 0,0 0 0,0 0 0,-1-1 0,1 1 0,0 0 0,0 0 0,0 0 0,-1 0 0,1 0 0,0 0 0,-1 0 0,1 1 0,-1-1 0,0 0 0,1 0 0,-1 0 0,0 0 0,1 1 0,-1-1 0,0 0 0,0 2 0,0 4 0,-1 1 0,1 0 0,-1 0 0,-3 11 0,0 0 0,0 38 0,3 85 0,3-59 0,-2 258 0,-1-324 0,-1 1 0,-5 20 0,2-11 0,2-11 0,-1-1 0,-7 16 0,2-3 0,8-26 0,0-1 0,1 1 0,-1 0 0,0-1 0,0 1 0,-1-1 0,1 1 0,0-1 0,0 1 0,-1-1 0,1 0 0,-1 0 0,1 0 0,-1 0 0,0 0 0,1 0 0,-1 0 0,0 0 0,0-1 0,1 1 0,-1-1 0,0 1 0,0-1 0,-3 1 0,-6 0 0,0-1 0,-1 0 0,-12-2 0,4 1 0,-197 0-1365,205 1-5461</inkml:trace>
</inkml:ink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2026/5/20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74.xml"/><Relationship Id="rId10" Type="http://schemas.openxmlformats.org/officeDocument/2006/relationships/tags" Target="../tags/tag79.xml"/><Relationship Id="rId4" Type="http://schemas.openxmlformats.org/officeDocument/2006/relationships/tags" Target="../tags/tag73.xml"/><Relationship Id="rId9" Type="http://schemas.openxmlformats.org/officeDocument/2006/relationships/tags" Target="../tags/tag7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12" Type="http://schemas.openxmlformats.org/officeDocument/2006/relationships/image" Target="../media/image14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11" Type="http://schemas.openxmlformats.org/officeDocument/2006/relationships/image" Target="../media/image13.bin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image" Target="../media/image23.png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image" Target="../media/image22.png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image" Target="../media/image21.png"/><Relationship Id="rId5" Type="http://schemas.openxmlformats.org/officeDocument/2006/relationships/tags" Target="../tags/tag84.xml"/><Relationship Id="rId10" Type="http://schemas.openxmlformats.org/officeDocument/2006/relationships/image" Target="../media/image20.png"/><Relationship Id="rId4" Type="http://schemas.openxmlformats.org/officeDocument/2006/relationships/tags" Target="../tags/tag83.xml"/><Relationship Id="rId9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9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www.luogu.com.cn/problem/U520022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uogu.com.cn/problem/P3371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uogu.com.cn/problem/U224502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luogu.com.cn/problem/B3647" TargetMode="External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7.png"/><Relationship Id="rId21" Type="http://schemas.openxmlformats.org/officeDocument/2006/relationships/customXml" Target="../ink/ink10.xml"/><Relationship Id="rId42" Type="http://schemas.openxmlformats.org/officeDocument/2006/relationships/image" Target="../media/image70.png"/><Relationship Id="rId63" Type="http://schemas.openxmlformats.org/officeDocument/2006/relationships/customXml" Target="../ink/ink3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128.png"/><Relationship Id="rId107" Type="http://schemas.openxmlformats.org/officeDocument/2006/relationships/image" Target="../media/image102.png"/><Relationship Id="rId11" Type="http://schemas.openxmlformats.org/officeDocument/2006/relationships/customXml" Target="../ink/ink5.xml"/><Relationship Id="rId32" Type="http://schemas.openxmlformats.org/officeDocument/2006/relationships/image" Target="../media/image65.png"/><Relationship Id="rId53" Type="http://schemas.openxmlformats.org/officeDocument/2006/relationships/customXml" Target="../ink/ink26.xml"/><Relationship Id="rId74" Type="http://schemas.openxmlformats.org/officeDocument/2006/relationships/image" Target="../media/image86.png"/><Relationship Id="rId128" Type="http://schemas.openxmlformats.org/officeDocument/2006/relationships/customXml" Target="../ink/ink64.xml"/><Relationship Id="rId149" Type="http://schemas.openxmlformats.org/officeDocument/2006/relationships/image" Target="../media/image123.png"/><Relationship Id="rId5" Type="http://schemas.openxmlformats.org/officeDocument/2006/relationships/customXml" Target="../ink/ink2.xml"/><Relationship Id="rId95" Type="http://schemas.openxmlformats.org/officeDocument/2006/relationships/image" Target="../media/image96.png"/><Relationship Id="rId160" Type="http://schemas.openxmlformats.org/officeDocument/2006/relationships/customXml" Target="../ink/ink80.xml"/><Relationship Id="rId22" Type="http://schemas.openxmlformats.org/officeDocument/2006/relationships/image" Target="../media/image60.png"/><Relationship Id="rId43" Type="http://schemas.openxmlformats.org/officeDocument/2006/relationships/customXml" Target="../ink/ink21.xml"/><Relationship Id="rId64" Type="http://schemas.openxmlformats.org/officeDocument/2006/relationships/image" Target="../media/image81.png"/><Relationship Id="rId118" Type="http://schemas.openxmlformats.org/officeDocument/2006/relationships/customXml" Target="../ink/ink59.xml"/><Relationship Id="rId139" Type="http://schemas.openxmlformats.org/officeDocument/2006/relationships/image" Target="../media/image118.png"/><Relationship Id="rId85" Type="http://schemas.openxmlformats.org/officeDocument/2006/relationships/image" Target="../media/image91.png"/><Relationship Id="rId150" Type="http://schemas.openxmlformats.org/officeDocument/2006/relationships/customXml" Target="../ink/ink75.xml"/><Relationship Id="rId12" Type="http://schemas.openxmlformats.org/officeDocument/2006/relationships/image" Target="../media/image55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68.png"/><Relationship Id="rId59" Type="http://schemas.openxmlformats.org/officeDocument/2006/relationships/customXml" Target="../ink/ink29.xml"/><Relationship Id="rId103" Type="http://schemas.openxmlformats.org/officeDocument/2006/relationships/image" Target="../media/image100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129" Type="http://schemas.openxmlformats.org/officeDocument/2006/relationships/image" Target="../media/image113.png"/><Relationship Id="rId54" Type="http://schemas.openxmlformats.org/officeDocument/2006/relationships/image" Target="../media/image76.png"/><Relationship Id="rId70" Type="http://schemas.openxmlformats.org/officeDocument/2006/relationships/image" Target="../media/image84.png"/><Relationship Id="rId75" Type="http://schemas.openxmlformats.org/officeDocument/2006/relationships/customXml" Target="../ink/ink37.xml"/><Relationship Id="rId91" Type="http://schemas.openxmlformats.org/officeDocument/2006/relationships/image" Target="../media/image94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121.png"/><Relationship Id="rId161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23" Type="http://schemas.openxmlformats.org/officeDocument/2006/relationships/customXml" Target="../ink/ink11.xml"/><Relationship Id="rId28" Type="http://schemas.openxmlformats.org/officeDocument/2006/relationships/image" Target="../media/image63.png"/><Relationship Id="rId49" Type="http://schemas.openxmlformats.org/officeDocument/2006/relationships/customXml" Target="../ink/ink24.xml"/><Relationship Id="rId114" Type="http://schemas.openxmlformats.org/officeDocument/2006/relationships/customXml" Target="../ink/ink57.xml"/><Relationship Id="rId119" Type="http://schemas.openxmlformats.org/officeDocument/2006/relationships/image" Target="../media/image108.png"/><Relationship Id="rId44" Type="http://schemas.openxmlformats.org/officeDocument/2006/relationships/image" Target="../media/image71.png"/><Relationship Id="rId60" Type="http://schemas.openxmlformats.org/officeDocument/2006/relationships/image" Target="../media/image79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116.png"/><Relationship Id="rId151" Type="http://schemas.openxmlformats.org/officeDocument/2006/relationships/image" Target="../media/image124.png"/><Relationship Id="rId156" Type="http://schemas.openxmlformats.org/officeDocument/2006/relationships/customXml" Target="../ink/ink78.xml"/><Relationship Id="rId13" Type="http://schemas.openxmlformats.org/officeDocument/2006/relationships/customXml" Target="../ink/ink6.xml"/><Relationship Id="rId18" Type="http://schemas.openxmlformats.org/officeDocument/2006/relationships/image" Target="../media/image58.png"/><Relationship Id="rId39" Type="http://schemas.openxmlformats.org/officeDocument/2006/relationships/customXml" Target="../ink/ink19.xml"/><Relationship Id="rId109" Type="http://schemas.openxmlformats.org/officeDocument/2006/relationships/image" Target="../media/image103.png"/><Relationship Id="rId34" Type="http://schemas.openxmlformats.org/officeDocument/2006/relationships/image" Target="../media/image66.png"/><Relationship Id="rId50" Type="http://schemas.openxmlformats.org/officeDocument/2006/relationships/image" Target="../media/image74.png"/><Relationship Id="rId55" Type="http://schemas.openxmlformats.org/officeDocument/2006/relationships/customXml" Target="../ink/ink27.xml"/><Relationship Id="rId76" Type="http://schemas.openxmlformats.org/officeDocument/2006/relationships/image" Target="../media/image87.png"/><Relationship Id="rId97" Type="http://schemas.openxmlformats.org/officeDocument/2006/relationships/image" Target="../media/image97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111.png"/><Relationship Id="rId141" Type="http://schemas.openxmlformats.org/officeDocument/2006/relationships/image" Target="../media/image119.png"/><Relationship Id="rId146" Type="http://schemas.openxmlformats.org/officeDocument/2006/relationships/customXml" Target="../ink/ink73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customXml" Target="../ink/ink46.xml"/><Relationship Id="rId2" Type="http://schemas.openxmlformats.org/officeDocument/2006/relationships/image" Target="../media/image50.png"/><Relationship Id="rId29" Type="http://schemas.openxmlformats.org/officeDocument/2006/relationships/customXml" Target="../ink/ink14.xml"/><Relationship Id="rId24" Type="http://schemas.openxmlformats.org/officeDocument/2006/relationships/image" Target="../media/image61.png"/><Relationship Id="rId40" Type="http://schemas.openxmlformats.org/officeDocument/2006/relationships/image" Target="../media/image69.png"/><Relationship Id="rId45" Type="http://schemas.openxmlformats.org/officeDocument/2006/relationships/customXml" Target="../ink/ink22.xml"/><Relationship Id="rId66" Type="http://schemas.openxmlformats.org/officeDocument/2006/relationships/image" Target="../media/image82.png"/><Relationship Id="rId87" Type="http://schemas.openxmlformats.org/officeDocument/2006/relationships/image" Target="../media/image92.png"/><Relationship Id="rId110" Type="http://schemas.openxmlformats.org/officeDocument/2006/relationships/customXml" Target="../ink/ink55.xml"/><Relationship Id="rId115" Type="http://schemas.openxmlformats.org/officeDocument/2006/relationships/image" Target="../media/image106.png"/><Relationship Id="rId131" Type="http://schemas.openxmlformats.org/officeDocument/2006/relationships/image" Target="../media/image114.png"/><Relationship Id="rId136" Type="http://schemas.openxmlformats.org/officeDocument/2006/relationships/customXml" Target="../ink/ink68.xml"/><Relationship Id="rId157" Type="http://schemas.openxmlformats.org/officeDocument/2006/relationships/image" Target="../media/image127.png"/><Relationship Id="rId61" Type="http://schemas.openxmlformats.org/officeDocument/2006/relationships/customXml" Target="../ink/ink30.xml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9" Type="http://schemas.openxmlformats.org/officeDocument/2006/relationships/customXml" Target="../ink/ink9.xml"/><Relationship Id="rId14" Type="http://schemas.openxmlformats.org/officeDocument/2006/relationships/image" Target="../media/image56.png"/><Relationship Id="rId30" Type="http://schemas.openxmlformats.org/officeDocument/2006/relationships/image" Target="../media/image64.png"/><Relationship Id="rId35" Type="http://schemas.openxmlformats.org/officeDocument/2006/relationships/customXml" Target="../ink/ink17.xml"/><Relationship Id="rId56" Type="http://schemas.openxmlformats.org/officeDocument/2006/relationships/image" Target="../media/image77.png"/><Relationship Id="rId77" Type="http://schemas.openxmlformats.org/officeDocument/2006/relationships/customXml" Target="../ink/ink38.xml"/><Relationship Id="rId100" Type="http://schemas.openxmlformats.org/officeDocument/2006/relationships/customXml" Target="../ink/ink50.xml"/><Relationship Id="rId105" Type="http://schemas.openxmlformats.org/officeDocument/2006/relationships/image" Target="../media/image101.png"/><Relationship Id="rId126" Type="http://schemas.openxmlformats.org/officeDocument/2006/relationships/customXml" Target="../ink/ink63.xml"/><Relationship Id="rId147" Type="http://schemas.openxmlformats.org/officeDocument/2006/relationships/image" Target="../media/image122.png"/><Relationship Id="rId8" Type="http://schemas.openxmlformats.org/officeDocument/2006/relationships/image" Target="../media/image53.png"/><Relationship Id="rId51" Type="http://schemas.openxmlformats.org/officeDocument/2006/relationships/customXml" Target="../ink/ink25.xml"/><Relationship Id="rId72" Type="http://schemas.openxmlformats.org/officeDocument/2006/relationships/image" Target="../media/image85.png"/><Relationship Id="rId93" Type="http://schemas.openxmlformats.org/officeDocument/2006/relationships/image" Target="../media/image95.png"/><Relationship Id="rId98" Type="http://schemas.openxmlformats.org/officeDocument/2006/relationships/customXml" Target="../ink/ink49.xml"/><Relationship Id="rId121" Type="http://schemas.openxmlformats.org/officeDocument/2006/relationships/image" Target="../media/image109.png"/><Relationship Id="rId142" Type="http://schemas.openxmlformats.org/officeDocument/2006/relationships/customXml" Target="../ink/ink71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72.png"/><Relationship Id="rId67" Type="http://schemas.openxmlformats.org/officeDocument/2006/relationships/customXml" Target="../ink/ink33.xml"/><Relationship Id="rId116" Type="http://schemas.openxmlformats.org/officeDocument/2006/relationships/customXml" Target="../ink/ink58.xml"/><Relationship Id="rId137" Type="http://schemas.openxmlformats.org/officeDocument/2006/relationships/image" Target="../media/image117.png"/><Relationship Id="rId158" Type="http://schemas.openxmlformats.org/officeDocument/2006/relationships/customXml" Target="../ink/ink79.xml"/><Relationship Id="rId20" Type="http://schemas.openxmlformats.org/officeDocument/2006/relationships/image" Target="../media/image59.png"/><Relationship Id="rId41" Type="http://schemas.openxmlformats.org/officeDocument/2006/relationships/customXml" Target="../ink/ink20.xml"/><Relationship Id="rId62" Type="http://schemas.openxmlformats.org/officeDocument/2006/relationships/image" Target="../media/image80.png"/><Relationship Id="rId83" Type="http://schemas.openxmlformats.org/officeDocument/2006/relationships/image" Target="../media/image90.png"/><Relationship Id="rId88" Type="http://schemas.openxmlformats.org/officeDocument/2006/relationships/customXml" Target="../ink/ink44.xml"/><Relationship Id="rId111" Type="http://schemas.openxmlformats.org/officeDocument/2006/relationships/image" Target="../media/image104.png"/><Relationship Id="rId132" Type="http://schemas.openxmlformats.org/officeDocument/2006/relationships/customXml" Target="../ink/ink66.xml"/><Relationship Id="rId153" Type="http://schemas.openxmlformats.org/officeDocument/2006/relationships/image" Target="../media/image125.png"/><Relationship Id="rId15" Type="http://schemas.openxmlformats.org/officeDocument/2006/relationships/customXml" Target="../ink/ink7.xml"/><Relationship Id="rId36" Type="http://schemas.openxmlformats.org/officeDocument/2006/relationships/image" Target="../media/image67.png"/><Relationship Id="rId57" Type="http://schemas.openxmlformats.org/officeDocument/2006/relationships/customXml" Target="../ink/ink28.xml"/><Relationship Id="rId106" Type="http://schemas.openxmlformats.org/officeDocument/2006/relationships/customXml" Target="../ink/ink53.xml"/><Relationship Id="rId127" Type="http://schemas.openxmlformats.org/officeDocument/2006/relationships/image" Target="../media/image112.png"/><Relationship Id="rId10" Type="http://schemas.openxmlformats.org/officeDocument/2006/relationships/image" Target="../media/image54.png"/><Relationship Id="rId31" Type="http://schemas.openxmlformats.org/officeDocument/2006/relationships/customXml" Target="../ink/ink15.xml"/><Relationship Id="rId52" Type="http://schemas.openxmlformats.org/officeDocument/2006/relationships/image" Target="../media/image75.png"/><Relationship Id="rId73" Type="http://schemas.openxmlformats.org/officeDocument/2006/relationships/customXml" Target="../ink/ink36.xml"/><Relationship Id="rId78" Type="http://schemas.openxmlformats.org/officeDocument/2006/relationships/image" Target="../media/image88.png"/><Relationship Id="rId94" Type="http://schemas.openxmlformats.org/officeDocument/2006/relationships/customXml" Target="../ink/ink47.xml"/><Relationship Id="rId99" Type="http://schemas.openxmlformats.org/officeDocument/2006/relationships/image" Target="../media/image98.png"/><Relationship Id="rId101" Type="http://schemas.openxmlformats.org/officeDocument/2006/relationships/image" Target="../media/image99.png"/><Relationship Id="rId122" Type="http://schemas.openxmlformats.org/officeDocument/2006/relationships/customXml" Target="../ink/ink61.xml"/><Relationship Id="rId143" Type="http://schemas.openxmlformats.org/officeDocument/2006/relationships/image" Target="../media/image120.png"/><Relationship Id="rId148" Type="http://schemas.openxmlformats.org/officeDocument/2006/relationships/customXml" Target="../ink/ink74.xml"/><Relationship Id="rId4" Type="http://schemas.openxmlformats.org/officeDocument/2006/relationships/image" Target="../media/image51.png"/><Relationship Id="rId9" Type="http://schemas.openxmlformats.org/officeDocument/2006/relationships/customXml" Target="../ink/ink4.xml"/><Relationship Id="rId26" Type="http://schemas.openxmlformats.org/officeDocument/2006/relationships/image" Target="../media/image62.png"/><Relationship Id="rId47" Type="http://schemas.openxmlformats.org/officeDocument/2006/relationships/customXml" Target="../ink/ink23.xml"/><Relationship Id="rId68" Type="http://schemas.openxmlformats.org/officeDocument/2006/relationships/image" Target="../media/image83.png"/><Relationship Id="rId89" Type="http://schemas.openxmlformats.org/officeDocument/2006/relationships/image" Target="../media/image93.png"/><Relationship Id="rId112" Type="http://schemas.openxmlformats.org/officeDocument/2006/relationships/customXml" Target="../ink/ink56.xml"/><Relationship Id="rId133" Type="http://schemas.openxmlformats.org/officeDocument/2006/relationships/image" Target="../media/image115.png"/><Relationship Id="rId154" Type="http://schemas.openxmlformats.org/officeDocument/2006/relationships/customXml" Target="../ink/ink77.xml"/><Relationship Id="rId16" Type="http://schemas.openxmlformats.org/officeDocument/2006/relationships/image" Target="../media/image57.png"/><Relationship Id="rId37" Type="http://schemas.openxmlformats.org/officeDocument/2006/relationships/customXml" Target="../ink/ink18.xml"/><Relationship Id="rId58" Type="http://schemas.openxmlformats.org/officeDocument/2006/relationships/image" Target="../media/image78.png"/><Relationship Id="rId79" Type="http://schemas.openxmlformats.org/officeDocument/2006/relationships/customXml" Target="../ink/ink39.xml"/><Relationship Id="rId102" Type="http://schemas.openxmlformats.org/officeDocument/2006/relationships/customXml" Target="../ink/ink51.xml"/><Relationship Id="rId123" Type="http://schemas.openxmlformats.org/officeDocument/2006/relationships/image" Target="../media/image110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27" Type="http://schemas.openxmlformats.org/officeDocument/2006/relationships/customXml" Target="../ink/ink13.xml"/><Relationship Id="rId48" Type="http://schemas.openxmlformats.org/officeDocument/2006/relationships/image" Target="../media/image73.png"/><Relationship Id="rId69" Type="http://schemas.openxmlformats.org/officeDocument/2006/relationships/customXml" Target="../ink/ink34.xml"/><Relationship Id="rId113" Type="http://schemas.openxmlformats.org/officeDocument/2006/relationships/image" Target="../media/image105.png"/><Relationship Id="rId134" Type="http://schemas.openxmlformats.org/officeDocument/2006/relationships/customXml" Target="../ink/ink67.xml"/><Relationship Id="rId80" Type="http://schemas.openxmlformats.org/officeDocument/2006/relationships/image" Target="../media/image89.png"/><Relationship Id="rId155" Type="http://schemas.openxmlformats.org/officeDocument/2006/relationships/image" Target="../media/image1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eg"/><Relationship Id="rId2" Type="http://schemas.openxmlformats.org/officeDocument/2006/relationships/image" Target="../media/image130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luogu.com.cn/problem/B3644" TargetMode="Externa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9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4850765" y="1905000"/>
            <a:ext cx="2607945" cy="1102995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911090" y="1776095"/>
            <a:ext cx="2598420" cy="970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x-none" altLang="zh-CN" sz="8000">
                <a:solidFill>
                  <a:schemeClr val="bg1"/>
                </a:solidFill>
              </a:rPr>
              <a:t> </a:t>
            </a:r>
            <a:r>
              <a:rPr lang="x-none" altLang="zh-CN" sz="6600">
                <a:solidFill>
                  <a:schemeClr val="bg1"/>
                </a:solidFill>
              </a:rPr>
              <a:t>图论</a:t>
            </a:r>
          </a:p>
        </p:txBody>
      </p:sp>
      <p:pic>
        <p:nvPicPr>
          <p:cNvPr id="3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59690" y="-52070"/>
            <a:ext cx="4330700" cy="279908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5"/>
          <a:stretch>
            <a:fillRect/>
          </a:stretch>
        </p:blipFill>
        <p:spPr>
          <a:xfrm>
            <a:off x="7628255" y="0"/>
            <a:ext cx="4631055" cy="27476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2676525" y="717550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2676525" y="1798320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>
            <p:custDataLst>
              <p:tags r:id="rId1"/>
            </p:custDataLst>
          </p:nvPr>
        </p:nvSpPr>
        <p:spPr>
          <a:xfrm>
            <a:off x="2676525" y="2879090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2675890" y="4003675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772410" y="783590"/>
            <a:ext cx="66459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altLang="zh-CN" sz="3600">
                <a:solidFill>
                  <a:schemeClr val="bg1"/>
                </a:solidFill>
              </a:rPr>
              <a:t>1.图的一些基本概念</a:t>
            </a:r>
          </a:p>
          <a:p>
            <a:endParaRPr lang="x-none" altLang="zh-CN" sz="360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65755" y="1951355"/>
            <a:ext cx="68433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altLang="zh-CN" sz="3600">
                <a:solidFill>
                  <a:schemeClr val="bg1"/>
                </a:solidFill>
              </a:rPr>
              <a:t>2.建图与存图的三种常用方式</a:t>
            </a: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2910205" y="295592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altLang="zh-CN" sz="3600">
                <a:solidFill>
                  <a:schemeClr val="bg1"/>
                </a:solidFill>
              </a:rPr>
              <a:t>3.最短路</a:t>
            </a:r>
          </a:p>
        </p:txBody>
      </p:sp>
      <p:sp>
        <p:nvSpPr>
          <p:cNvPr id="14" name="圆角矩形 13"/>
          <p:cNvSpPr/>
          <p:nvPr>
            <p:custDataLst>
              <p:tags r:id="rId4"/>
            </p:custDataLst>
          </p:nvPr>
        </p:nvSpPr>
        <p:spPr>
          <a:xfrm>
            <a:off x="2676525" y="5227955"/>
            <a:ext cx="6741160" cy="8216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2865755" y="40919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altLang="zh-CN" sz="3600">
                <a:solidFill>
                  <a:schemeClr val="bg1"/>
                </a:solidFill>
              </a:rPr>
              <a:t>4.拓扑排序</a:t>
            </a: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2865755" y="5316220"/>
            <a:ext cx="44754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altLang="zh-CN" sz="3600">
                <a:solidFill>
                  <a:schemeClr val="bg1"/>
                </a:solidFill>
              </a:rPr>
              <a:t>5.最小生成树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>
            <p:custDataLst>
              <p:tags r:id="rId1"/>
            </p:custDataLst>
          </p:nvPr>
        </p:nvSpPr>
        <p:spPr>
          <a:xfrm>
            <a:off x="2675255" y="1307465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2675255" y="2388235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2675255" y="3469005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>
            <a:off x="2674620" y="4593590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2771140" y="1373505"/>
            <a:ext cx="66459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altLang="zh-CN" sz="3600">
                <a:solidFill>
                  <a:schemeClr val="bg1"/>
                </a:solidFill>
              </a:rPr>
              <a:t>1.边和点</a:t>
            </a: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2864485" y="2541270"/>
            <a:ext cx="68433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altLang="zh-CN" sz="3600">
                <a:solidFill>
                  <a:schemeClr val="bg1"/>
                </a:solidFill>
              </a:rPr>
              <a:t>2.图的度</a:t>
            </a: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2908935" y="35458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altLang="zh-CN" sz="3600">
                <a:solidFill>
                  <a:schemeClr val="bg1"/>
                </a:solidFill>
              </a:rPr>
              <a:t>3.</a:t>
            </a:r>
            <a:r>
              <a:rPr lang="zh-CN" altLang="x-none" sz="3600">
                <a:solidFill>
                  <a:schemeClr val="bg1"/>
                </a:solidFill>
              </a:rPr>
              <a:t>子图</a:t>
            </a:r>
          </a:p>
        </p:txBody>
      </p:sp>
      <p:sp>
        <p:nvSpPr>
          <p:cNvPr id="14" name="圆角矩形 13"/>
          <p:cNvSpPr/>
          <p:nvPr>
            <p:custDataLst>
              <p:tags r:id="rId8"/>
            </p:custDataLst>
          </p:nvPr>
        </p:nvSpPr>
        <p:spPr>
          <a:xfrm>
            <a:off x="2674620" y="5817870"/>
            <a:ext cx="6741160" cy="8216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864485" y="468185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x-none" sz="3600">
                <a:solidFill>
                  <a:schemeClr val="bg1"/>
                </a:solidFill>
              </a:rPr>
              <a:t>4</a:t>
            </a:r>
            <a:r>
              <a:rPr lang="x-none" altLang="zh-CN" sz="3600">
                <a:solidFill>
                  <a:schemeClr val="bg1"/>
                </a:solidFill>
              </a:rPr>
              <a:t>.</a:t>
            </a:r>
            <a:r>
              <a:rPr lang="zh-CN" altLang="x-none" sz="3600">
                <a:solidFill>
                  <a:schemeClr val="bg1"/>
                </a:solidFill>
              </a:rPr>
              <a:t>连通性</a:t>
            </a:r>
          </a:p>
        </p:txBody>
      </p:sp>
      <p:sp>
        <p:nvSpPr>
          <p:cNvPr id="16" name="文本框 15"/>
          <p:cNvSpPr txBox="1"/>
          <p:nvPr>
            <p:custDataLst>
              <p:tags r:id="rId10"/>
            </p:custDataLst>
          </p:nvPr>
        </p:nvSpPr>
        <p:spPr>
          <a:xfrm>
            <a:off x="2863850" y="5906135"/>
            <a:ext cx="44754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altLang="zh-CN" sz="3600">
                <a:solidFill>
                  <a:schemeClr val="bg1"/>
                </a:solidFill>
              </a:rPr>
              <a:t>5.</a:t>
            </a:r>
            <a:r>
              <a:rPr lang="zh-CN" altLang="x-none" sz="3600">
                <a:solidFill>
                  <a:schemeClr val="bg1"/>
                </a:solidFill>
              </a:rPr>
              <a:t>同</a:t>
            </a:r>
            <a:r>
              <a:rPr lang="x-none" altLang="zh-CN" sz="3600">
                <a:solidFill>
                  <a:schemeClr val="bg1"/>
                </a:solidFill>
              </a:rPr>
              <a:t>构</a:t>
            </a: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12240260" cy="914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7955" y="149860"/>
            <a:ext cx="5691505" cy="595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x-none" altLang="zh-CN" sz="3600">
                <a:solidFill>
                  <a:schemeClr val="bg1"/>
                </a:solidFill>
              </a:rPr>
              <a:t>1.图的一些基本概念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x-none" altLang="zh-CN" sz="3600">
                <a:solidFill>
                  <a:schemeClr val="bg1"/>
                </a:solidFill>
              </a:rPr>
              <a:t>1.1图的一些基本概念之点与边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42265" y="998855"/>
            <a:ext cx="9057005" cy="1823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x-none" altLang="zh-CN" sz="3200"/>
              <a:t>点：在物理上任何东西都可以被整体看成点</a:t>
            </a:r>
          </a:p>
          <a:p>
            <a:endParaRPr lang="x-none" altLang="zh-CN" sz="3200"/>
          </a:p>
          <a:p>
            <a:r>
              <a:rPr lang="x-none" altLang="zh-CN" sz="3200"/>
              <a:t>边：点与点之间的联系</a:t>
            </a:r>
          </a:p>
        </p:txBody>
      </p:sp>
      <p:pic>
        <p:nvPicPr>
          <p:cNvPr id="8" name="图片 7" descr="61C183AD6C0C5E874CB760A50DAFECA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710" y="5041900"/>
            <a:ext cx="1102995" cy="1120775"/>
          </a:xfrm>
          <a:prstGeom prst="rect">
            <a:avLst/>
          </a:prstGeom>
        </p:spPr>
      </p:pic>
      <p:pic>
        <p:nvPicPr>
          <p:cNvPr id="15" name="图片 14" descr="71D9BEDCA51B066B05B5AEB367B307F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2240" y="4996180"/>
            <a:ext cx="1110615" cy="1114425"/>
          </a:xfrm>
          <a:prstGeom prst="rect">
            <a:avLst/>
          </a:prstGeom>
        </p:spPr>
      </p:pic>
      <p:pic>
        <p:nvPicPr>
          <p:cNvPr id="16" name="图片 15" descr="06206C06CB2827837BD50901E42B21D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405" y="1590040"/>
            <a:ext cx="1139190" cy="1051560"/>
          </a:xfrm>
          <a:prstGeom prst="rect">
            <a:avLst/>
          </a:prstGeom>
        </p:spPr>
      </p:pic>
      <p:pic>
        <p:nvPicPr>
          <p:cNvPr id="17" name="图片 16" descr="A18E35925F87066F4BEF9C2EFA2CFCD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6405" y="3288665"/>
            <a:ext cx="986790" cy="986790"/>
          </a:xfrm>
          <a:prstGeom prst="rect">
            <a:avLst/>
          </a:prstGeom>
        </p:spPr>
      </p:pic>
      <p:cxnSp>
        <p:nvCxnSpPr>
          <p:cNvPr id="19" name="直接箭头连接符 18"/>
          <p:cNvCxnSpPr>
            <a:stCxn id="17" idx="0"/>
            <a:endCxn id="16" idx="2"/>
          </p:cNvCxnSpPr>
          <p:nvPr/>
        </p:nvCxnSpPr>
        <p:spPr>
          <a:xfrm flipV="1">
            <a:off x="6019800" y="2641600"/>
            <a:ext cx="76200" cy="6470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7887970" y="2281555"/>
            <a:ext cx="1144270" cy="100711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7"/>
          <a:stretch>
            <a:fillRect/>
          </a:stretch>
        </p:blipFill>
        <p:spPr>
          <a:xfrm>
            <a:off x="879475" y="3021330"/>
            <a:ext cx="995680" cy="918845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8"/>
          <a:stretch>
            <a:fillRect/>
          </a:stretch>
        </p:blipFill>
        <p:spPr>
          <a:xfrm>
            <a:off x="6466840" y="5292725"/>
            <a:ext cx="1125855" cy="1101090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9"/>
          <a:stretch>
            <a:fillRect/>
          </a:stretch>
        </p:blipFill>
        <p:spPr>
          <a:xfrm>
            <a:off x="3005455" y="3579495"/>
            <a:ext cx="1071880" cy="1009015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10"/>
          <a:stretch>
            <a:fillRect/>
          </a:stretch>
        </p:blipFill>
        <p:spPr>
          <a:xfrm>
            <a:off x="4331970" y="5292725"/>
            <a:ext cx="1144905" cy="11093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 rot="240000">
            <a:off x="5716270" y="2650490"/>
            <a:ext cx="2813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偶像</a:t>
            </a:r>
          </a:p>
        </p:txBody>
      </p:sp>
      <p:cxnSp>
        <p:nvCxnSpPr>
          <p:cNvPr id="13" name="直接箭头连接符 12"/>
          <p:cNvCxnSpPr>
            <a:stCxn id="17" idx="3"/>
            <a:endCxn id="2" idx="1"/>
          </p:cNvCxnSpPr>
          <p:nvPr/>
        </p:nvCxnSpPr>
        <p:spPr>
          <a:xfrm flipV="1">
            <a:off x="6513195" y="2785110"/>
            <a:ext cx="1374775" cy="9969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 rot="19200000">
            <a:off x="6651625" y="2815590"/>
            <a:ext cx="1132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监护人</a:t>
            </a:r>
          </a:p>
        </p:txBody>
      </p:sp>
      <p:cxnSp>
        <p:nvCxnSpPr>
          <p:cNvPr id="18" name="直接箭头连接符 17"/>
          <p:cNvCxnSpPr/>
          <p:nvPr/>
        </p:nvCxnSpPr>
        <p:spPr>
          <a:xfrm flipV="1">
            <a:off x="6495415" y="3148330"/>
            <a:ext cx="1422400" cy="9925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 rot="19380000">
            <a:off x="6708140" y="3302635"/>
            <a:ext cx="1057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好朋友</a:t>
            </a:r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6569710" y="3326130"/>
            <a:ext cx="2303780" cy="895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 rot="20340000">
            <a:off x="7377430" y="3750945"/>
            <a:ext cx="1108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好朋友</a:t>
            </a:r>
          </a:p>
        </p:txBody>
      </p:sp>
      <p:cxnSp>
        <p:nvCxnSpPr>
          <p:cNvPr id="23" name="直接箭头连接符 22"/>
          <p:cNvCxnSpPr/>
          <p:nvPr/>
        </p:nvCxnSpPr>
        <p:spPr>
          <a:xfrm flipV="1">
            <a:off x="3996690" y="3770630"/>
            <a:ext cx="1529715" cy="3136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 rot="21180000">
            <a:off x="4405630" y="3536950"/>
            <a:ext cx="792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哥哥</a:t>
            </a:r>
          </a:p>
        </p:txBody>
      </p:sp>
      <p:cxnSp>
        <p:nvCxnSpPr>
          <p:cNvPr id="25" name="直接箭头连接符 24"/>
          <p:cNvCxnSpPr/>
          <p:nvPr/>
        </p:nvCxnSpPr>
        <p:spPr>
          <a:xfrm flipH="1">
            <a:off x="4055110" y="4053205"/>
            <a:ext cx="1414780" cy="222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 rot="21120000">
            <a:off x="4507865" y="4194175"/>
            <a:ext cx="792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妹妹</a:t>
            </a:r>
          </a:p>
        </p:txBody>
      </p:sp>
      <p:cxnSp>
        <p:nvCxnSpPr>
          <p:cNvPr id="28" name="直接连接符 27"/>
          <p:cNvCxnSpPr>
            <a:stCxn id="4" idx="3"/>
            <a:endCxn id="10" idx="1"/>
          </p:cNvCxnSpPr>
          <p:nvPr/>
        </p:nvCxnSpPr>
        <p:spPr>
          <a:xfrm>
            <a:off x="1875155" y="3481070"/>
            <a:ext cx="1130300" cy="6032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 rot="1740000">
            <a:off x="2159000" y="3307715"/>
            <a:ext cx="75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队友</a:t>
            </a:r>
          </a:p>
        </p:txBody>
      </p:sp>
      <p:cxnSp>
        <p:nvCxnSpPr>
          <p:cNvPr id="30" name="直接连接符 29"/>
          <p:cNvCxnSpPr>
            <a:stCxn id="8" idx="3"/>
          </p:cNvCxnSpPr>
          <p:nvPr/>
        </p:nvCxnSpPr>
        <p:spPr>
          <a:xfrm flipV="1">
            <a:off x="2338705" y="4607560"/>
            <a:ext cx="1097915" cy="9950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 rot="18780000">
            <a:off x="2724785" y="5048885"/>
            <a:ext cx="961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恋人</a:t>
            </a:r>
          </a:p>
        </p:txBody>
      </p:sp>
      <p:cxnSp>
        <p:nvCxnSpPr>
          <p:cNvPr id="32" name="直接箭头连接符 31"/>
          <p:cNvCxnSpPr>
            <a:stCxn id="4" idx="2"/>
          </p:cNvCxnSpPr>
          <p:nvPr/>
        </p:nvCxnSpPr>
        <p:spPr>
          <a:xfrm>
            <a:off x="1377315" y="3940175"/>
            <a:ext cx="192405" cy="10966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 rot="20640000">
            <a:off x="969645" y="4309110"/>
            <a:ext cx="3924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哥哥</a:t>
            </a:r>
          </a:p>
        </p:txBody>
      </p:sp>
      <p:cxnSp>
        <p:nvCxnSpPr>
          <p:cNvPr id="34" name="直接箭头连接符 33"/>
          <p:cNvCxnSpPr/>
          <p:nvPr/>
        </p:nvCxnSpPr>
        <p:spPr>
          <a:xfrm flipH="1" flipV="1">
            <a:off x="1666240" y="3970020"/>
            <a:ext cx="274320" cy="10521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 rot="20880000">
            <a:off x="1993265" y="4147820"/>
            <a:ext cx="1993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弟弟</a:t>
            </a:r>
          </a:p>
        </p:txBody>
      </p:sp>
      <p:cxnSp>
        <p:nvCxnSpPr>
          <p:cNvPr id="36" name="直接连接符 35"/>
          <p:cNvCxnSpPr/>
          <p:nvPr/>
        </p:nvCxnSpPr>
        <p:spPr>
          <a:xfrm flipH="1">
            <a:off x="5118100" y="4288790"/>
            <a:ext cx="644525" cy="1044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 rot="1620000">
            <a:off x="5518150" y="4482465"/>
            <a:ext cx="1530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同学</a:t>
            </a:r>
          </a:p>
        </p:txBody>
      </p:sp>
      <p:cxnSp>
        <p:nvCxnSpPr>
          <p:cNvPr id="40" name="直接箭头连接符 39"/>
          <p:cNvCxnSpPr/>
          <p:nvPr/>
        </p:nvCxnSpPr>
        <p:spPr>
          <a:xfrm flipH="1" flipV="1">
            <a:off x="6332855" y="4303395"/>
            <a:ext cx="370205" cy="985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 rot="20520000">
            <a:off x="6212840" y="4607560"/>
            <a:ext cx="274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同学</a:t>
            </a:r>
          </a:p>
        </p:txBody>
      </p:sp>
      <p:cxnSp>
        <p:nvCxnSpPr>
          <p:cNvPr id="42" name="直接箭头连接符 41"/>
          <p:cNvCxnSpPr/>
          <p:nvPr/>
        </p:nvCxnSpPr>
        <p:spPr>
          <a:xfrm flipH="1" flipV="1">
            <a:off x="6503035" y="4288790"/>
            <a:ext cx="400050" cy="10071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 rot="20580000">
            <a:off x="6664325" y="4434840"/>
            <a:ext cx="4521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暗恋</a:t>
            </a: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6014085" y="4318635"/>
            <a:ext cx="444500" cy="1184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 rot="20340000">
            <a:off x="5944235" y="4961890"/>
            <a:ext cx="3409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同学</a:t>
            </a:r>
          </a:p>
        </p:txBody>
      </p:sp>
      <p:cxnSp>
        <p:nvCxnSpPr>
          <p:cNvPr id="46" name="直接箭头连接符 45"/>
          <p:cNvCxnSpPr/>
          <p:nvPr/>
        </p:nvCxnSpPr>
        <p:spPr>
          <a:xfrm>
            <a:off x="8962390" y="3333115"/>
            <a:ext cx="436880" cy="1652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 rot="20460000">
            <a:off x="9199880" y="3840480"/>
            <a:ext cx="4292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宠物</a:t>
            </a:r>
          </a:p>
        </p:txBody>
      </p:sp>
      <p:cxnSp>
        <p:nvCxnSpPr>
          <p:cNvPr id="48" name="直接箭头连接符 47"/>
          <p:cNvCxnSpPr/>
          <p:nvPr/>
        </p:nvCxnSpPr>
        <p:spPr>
          <a:xfrm flipH="1" flipV="1">
            <a:off x="9080500" y="2821940"/>
            <a:ext cx="963295" cy="2178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 rot="20220000">
            <a:off x="9654540" y="3613150"/>
            <a:ext cx="3771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主人</a:t>
            </a:r>
          </a:p>
        </p:txBody>
      </p:sp>
      <p:cxnSp>
        <p:nvCxnSpPr>
          <p:cNvPr id="50" name="直接连接符 49"/>
          <p:cNvCxnSpPr>
            <a:stCxn id="11" idx="3"/>
            <a:endCxn id="7" idx="1"/>
          </p:cNvCxnSpPr>
          <p:nvPr/>
        </p:nvCxnSpPr>
        <p:spPr>
          <a:xfrm flipV="1">
            <a:off x="5476875" y="5843270"/>
            <a:ext cx="989965" cy="44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5619750" y="5847715"/>
            <a:ext cx="838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同学</a:t>
            </a:r>
          </a:p>
        </p:txBody>
      </p:sp>
      <p:pic>
        <p:nvPicPr>
          <p:cNvPr id="52" name="图片 51"/>
          <p:cNvPicPr/>
          <p:nvPr/>
        </p:nvPicPr>
        <p:blipFill>
          <a:blip r:embed="rId11"/>
          <a:stretch>
            <a:fillRect/>
          </a:stretch>
        </p:blipFill>
        <p:spPr>
          <a:xfrm>
            <a:off x="9984740" y="1520190"/>
            <a:ext cx="1600200" cy="139763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10072370" y="903605"/>
            <a:ext cx="13404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蒙多想去哪就去哪</a:t>
            </a:r>
          </a:p>
        </p:txBody>
      </p:sp>
      <p:pic>
        <p:nvPicPr>
          <p:cNvPr id="54" name="图片 53"/>
          <p:cNvPicPr/>
          <p:nvPr/>
        </p:nvPicPr>
        <p:blipFill>
          <a:blip r:embed="rId12"/>
          <a:stretch>
            <a:fillRect/>
          </a:stretch>
        </p:blipFill>
        <p:spPr>
          <a:xfrm>
            <a:off x="4031615" y="2492375"/>
            <a:ext cx="2463800" cy="2263775"/>
          </a:xfrm>
          <a:prstGeom prst="rect">
            <a:avLst/>
          </a:prstGeom>
        </p:spPr>
      </p:pic>
      <p:cxnSp>
        <p:nvCxnSpPr>
          <p:cNvPr id="57" name="曲线连接符 56"/>
          <p:cNvCxnSpPr/>
          <p:nvPr/>
        </p:nvCxnSpPr>
        <p:spPr>
          <a:xfrm rot="5400000">
            <a:off x="5786755" y="4204970"/>
            <a:ext cx="597535" cy="504190"/>
          </a:xfrm>
          <a:prstGeom prst="curvedConnector3">
            <a:avLst>
              <a:gd name="adj1" fmla="val 227364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6280150" y="4987290"/>
            <a:ext cx="1071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自恋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1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9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9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8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1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2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6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9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0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3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7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8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1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2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9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0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3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4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2" grpId="0"/>
      <p:bldP spid="12" grpId="1"/>
      <p:bldP spid="12" grpId="2"/>
      <p:bldP spid="14" grpId="0"/>
      <p:bldP spid="14" grpId="1"/>
      <p:bldP spid="14" grpId="2"/>
      <p:bldP spid="20" grpId="0"/>
      <p:bldP spid="20" grpId="1"/>
      <p:bldP spid="20" grpId="2"/>
      <p:bldP spid="22" grpId="0"/>
      <p:bldP spid="22" grpId="1"/>
      <p:bldP spid="22" grpId="2"/>
      <p:bldP spid="24" grpId="0"/>
      <p:bldP spid="24" grpId="1"/>
      <p:bldP spid="24" grpId="2"/>
      <p:bldP spid="26" grpId="0"/>
      <p:bldP spid="26" grpId="1"/>
      <p:bldP spid="26" grpId="2"/>
      <p:bldP spid="29" grpId="0"/>
      <p:bldP spid="29" grpId="1"/>
      <p:bldP spid="29" grpId="2"/>
      <p:bldP spid="31" grpId="0"/>
      <p:bldP spid="31" grpId="1"/>
      <p:bldP spid="31" grpId="2"/>
      <p:bldP spid="33" grpId="0"/>
      <p:bldP spid="33" grpId="1"/>
      <p:bldP spid="33" grpId="2"/>
      <p:bldP spid="35" grpId="0"/>
      <p:bldP spid="35" grpId="1"/>
      <p:bldP spid="35" grpId="2"/>
      <p:bldP spid="37" grpId="0"/>
      <p:bldP spid="37" grpId="1"/>
      <p:bldP spid="37" grpId="2"/>
      <p:bldP spid="41" grpId="0"/>
      <p:bldP spid="41" grpId="1"/>
      <p:bldP spid="41" grpId="2"/>
      <p:bldP spid="43" grpId="0"/>
      <p:bldP spid="43" grpId="1"/>
      <p:bldP spid="43" grpId="2"/>
      <p:bldP spid="45" grpId="0"/>
      <p:bldP spid="45" grpId="1"/>
      <p:bldP spid="45" grpId="2"/>
      <p:bldP spid="47" grpId="0"/>
      <p:bldP spid="47" grpId="1"/>
      <p:bldP spid="47" grpId="2"/>
      <p:bldP spid="49" grpId="0"/>
      <p:bldP spid="49" grpId="1"/>
      <p:bldP spid="49" grpId="2"/>
      <p:bldP spid="51" grpId="0"/>
      <p:bldP spid="51" grpId="1"/>
      <p:bldP spid="51" grpId="2"/>
      <p:bldP spid="53" grpId="0"/>
      <p:bldP spid="58" grpId="0"/>
      <p:bldP spid="5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x-none" altLang="zh-CN" sz="3600">
                <a:solidFill>
                  <a:schemeClr val="bg1"/>
                </a:solidFill>
              </a:rPr>
              <a:t>1.1图的一些基本概念之点与边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1329690" y="1363980"/>
            <a:ext cx="2874645" cy="10541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03350" y="1568450"/>
            <a:ext cx="3108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</a:rPr>
              <a:t>图是什么？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329690" y="2414270"/>
            <a:ext cx="6781165" cy="1322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altLang="en-US" sz="2000"/>
              <a:t>图就是点与边的集合，可以看成二元组</a:t>
            </a:r>
            <a:r>
              <a:rPr lang="en-US" altLang="zh-CN" sz="2000"/>
              <a:t>G=</a:t>
            </a:r>
            <a:r>
              <a:rPr lang="zh-CN" altLang="en-US" sz="2000"/>
              <a:t>（</a:t>
            </a:r>
            <a:r>
              <a:rPr lang="en-US" altLang="zh-CN" sz="2000"/>
              <a:t>V</a:t>
            </a:r>
            <a:r>
              <a:rPr lang="zh-CN" altLang="en-US" sz="2000"/>
              <a:t>（</a:t>
            </a:r>
            <a:r>
              <a:rPr lang="en-US" altLang="zh-CN" sz="2000"/>
              <a:t>G</a:t>
            </a:r>
            <a:r>
              <a:rPr lang="zh-CN" altLang="en-US" sz="2000"/>
              <a:t>），</a:t>
            </a:r>
            <a:r>
              <a:rPr lang="en-US" altLang="zh-CN" sz="2000"/>
              <a:t>E</a:t>
            </a:r>
            <a:r>
              <a:rPr lang="zh-CN" altLang="en-US" sz="2000"/>
              <a:t>（</a:t>
            </a:r>
            <a:r>
              <a:rPr lang="en-US" altLang="zh-CN" sz="2000"/>
              <a:t>G</a:t>
            </a:r>
            <a:r>
              <a:rPr lang="zh-CN" altLang="en-US" sz="2000"/>
              <a:t>）），</a:t>
            </a:r>
            <a:r>
              <a:rPr lang="en-US" altLang="zh-CN" sz="2000"/>
              <a:t>V</a:t>
            </a:r>
            <a:r>
              <a:rPr lang="zh-CN" altLang="en-US" sz="2000"/>
              <a:t>表示顶点集合，</a:t>
            </a:r>
            <a:r>
              <a:rPr lang="en-US" altLang="zh-CN" sz="2000"/>
              <a:t>E</a:t>
            </a:r>
            <a:r>
              <a:rPr lang="zh-CN" altLang="en-US" sz="2000"/>
              <a:t>表示边的集合，</a:t>
            </a:r>
            <a:r>
              <a:rPr lang="en-US" altLang="zh-CN" sz="2000"/>
              <a:t>G</a:t>
            </a:r>
            <a:r>
              <a:rPr lang="zh-CN" altLang="en-US" sz="2000"/>
              <a:t>表示图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505585" y="3554730"/>
            <a:ext cx="5770880" cy="550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边可以分为有向边和无向边，边也可以被赋予权值</a:t>
            </a:r>
          </a:p>
          <a:p>
            <a:r>
              <a:rPr lang="zh-CN" altLang="en-US"/>
              <a:t>边可以有边权，点也可以有点权</a:t>
            </a:r>
          </a:p>
        </p:txBody>
      </p:sp>
      <p:pic>
        <p:nvPicPr>
          <p:cNvPr id="11" name="图片 10" descr="Image_1779154801040_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295" y="4214495"/>
            <a:ext cx="1119505" cy="1238250"/>
          </a:xfrm>
          <a:prstGeom prst="rect">
            <a:avLst/>
          </a:prstGeom>
        </p:spPr>
      </p:pic>
      <p:pic>
        <p:nvPicPr>
          <p:cNvPr id="12" name="图片 11" descr="Image_1779154801040_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3185" y="3057525"/>
            <a:ext cx="1119505" cy="1238250"/>
          </a:xfrm>
          <a:prstGeom prst="rect">
            <a:avLst/>
          </a:prstGeom>
        </p:spPr>
      </p:pic>
      <p:pic>
        <p:nvPicPr>
          <p:cNvPr id="13" name="图片 12" descr="Image_1779154801040_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3940" y="5654675"/>
            <a:ext cx="1119505" cy="1238250"/>
          </a:xfrm>
          <a:prstGeom prst="rect">
            <a:avLst/>
          </a:prstGeom>
        </p:spPr>
      </p:pic>
      <p:pic>
        <p:nvPicPr>
          <p:cNvPr id="14" name="图片 13" descr="Image_1779154801040_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435" y="4295775"/>
            <a:ext cx="1119505" cy="1238250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 flipV="1">
            <a:off x="7484745" y="4013835"/>
            <a:ext cx="1655445" cy="89916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9616440" y="5377815"/>
            <a:ext cx="1655445" cy="89916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491095" y="5137785"/>
            <a:ext cx="3866515" cy="14351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" name="图片 17" descr="0bbe8ff0-40e2-11f0-ae8d-4bdea31a495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465" y="403225"/>
            <a:ext cx="3286760" cy="2522855"/>
          </a:xfrm>
          <a:prstGeom prst="rect">
            <a:avLst/>
          </a:prstGeom>
        </p:spPr>
      </p:pic>
      <p:sp>
        <p:nvSpPr>
          <p:cNvPr id="19" name="椭圆 18"/>
          <p:cNvSpPr/>
          <p:nvPr/>
        </p:nvSpPr>
        <p:spPr>
          <a:xfrm>
            <a:off x="255905" y="4557395"/>
            <a:ext cx="796925" cy="73914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2464435" y="4528185"/>
            <a:ext cx="826770" cy="75311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>
            <a:endCxn id="20" idx="2"/>
          </p:cNvCxnSpPr>
          <p:nvPr/>
        </p:nvCxnSpPr>
        <p:spPr>
          <a:xfrm flipV="1">
            <a:off x="1052830" y="4904740"/>
            <a:ext cx="1411605" cy="825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250950" y="5559425"/>
            <a:ext cx="2530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无向边</a:t>
            </a:r>
          </a:p>
        </p:txBody>
      </p:sp>
      <p:sp>
        <p:nvSpPr>
          <p:cNvPr id="25" name="椭圆 24"/>
          <p:cNvSpPr/>
          <p:nvPr/>
        </p:nvSpPr>
        <p:spPr>
          <a:xfrm>
            <a:off x="3855085" y="4678045"/>
            <a:ext cx="826770" cy="75311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5798185" y="5445760"/>
            <a:ext cx="826770" cy="75311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箭头连接符 26"/>
          <p:cNvCxnSpPr>
            <a:stCxn id="25" idx="6"/>
            <a:endCxn id="26" idx="2"/>
          </p:cNvCxnSpPr>
          <p:nvPr/>
        </p:nvCxnSpPr>
        <p:spPr>
          <a:xfrm>
            <a:off x="4681855" y="5054600"/>
            <a:ext cx="1116330" cy="767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4182745" y="5837555"/>
            <a:ext cx="987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有向图</a:t>
            </a:r>
          </a:p>
        </p:txBody>
      </p:sp>
      <p:sp>
        <p:nvSpPr>
          <p:cNvPr id="2" name="文本框 1"/>
          <p:cNvSpPr txBox="1"/>
          <p:nvPr/>
        </p:nvSpPr>
        <p:spPr>
          <a:xfrm rot="19800000">
            <a:off x="8018780" y="3830320"/>
            <a:ext cx="1318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10km</a:t>
            </a:r>
          </a:p>
        </p:txBody>
      </p:sp>
      <p:sp>
        <p:nvSpPr>
          <p:cNvPr id="8" name="文本框 7"/>
          <p:cNvSpPr txBox="1"/>
          <p:nvPr/>
        </p:nvSpPr>
        <p:spPr>
          <a:xfrm rot="300000">
            <a:off x="8437880" y="4728210"/>
            <a:ext cx="955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20km</a:t>
            </a:r>
          </a:p>
        </p:txBody>
      </p:sp>
      <p:sp>
        <p:nvSpPr>
          <p:cNvPr id="17" name="文本框 16"/>
          <p:cNvSpPr txBox="1"/>
          <p:nvPr/>
        </p:nvSpPr>
        <p:spPr>
          <a:xfrm rot="19560000">
            <a:off x="10247630" y="5822315"/>
            <a:ext cx="933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30km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3" grpId="0"/>
      <p:bldP spid="3" grpId="1"/>
      <p:bldP spid="7" grpId="0"/>
      <p:bldP spid="7" grpId="1"/>
      <p:bldP spid="9" grpId="0"/>
      <p:bldP spid="9" grpId="1"/>
      <p:bldP spid="19" grpId="0" animBg="1"/>
      <p:bldP spid="19" grpId="1" animBg="1"/>
      <p:bldP spid="20" grpId="0" animBg="1"/>
      <p:bldP spid="20" grpId="1" animBg="1"/>
      <p:bldP spid="23" grpId="0"/>
      <p:bldP spid="23" grpId="1"/>
      <p:bldP spid="25" grpId="0" animBg="1"/>
      <p:bldP spid="25" grpId="1" animBg="1"/>
      <p:bldP spid="26" grpId="0" animBg="1"/>
      <p:bldP spid="26" grpId="1" animBg="1"/>
      <p:bldP spid="28" grpId="0"/>
      <p:bldP spid="28" grpId="1"/>
      <p:bldP spid="2" grpId="0"/>
      <p:bldP spid="2" grpId="1"/>
      <p:bldP spid="8" grpId="0"/>
      <p:bldP spid="8" grpId="1"/>
      <p:bldP spid="17" grpId="0"/>
      <p:bldP spid="1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x-none" altLang="zh-CN" sz="3600">
                <a:solidFill>
                  <a:schemeClr val="bg1"/>
                </a:solidFill>
              </a:rPr>
              <a:t>1.1图的一些基本概念之点与边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043430" y="1675765"/>
            <a:ext cx="702881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没有重边和自环的图被称作简单图。</a:t>
            </a:r>
          </a:p>
          <a:p>
            <a:endParaRPr lang="en-US" altLang="zh-CN"/>
          </a:p>
          <a:p>
            <a:r>
              <a:rPr lang="zh-CN" altLang="en-US"/>
              <a:t>任意两个节点之间都有一条边的无向简单图被称为完全图。</a:t>
            </a:r>
          </a:p>
          <a:p>
            <a:endParaRPr lang="en-US" altLang="zh-CN"/>
          </a:p>
          <a:p>
            <a:r>
              <a:rPr lang="zh-CN" altLang="en-US"/>
              <a:t>若有向图满足任意不同两点间都有两条方向不同的边，则称为有向完全图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690370" y="3866515"/>
            <a:ext cx="71094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altLang="en-US"/>
              <a:t>若一张图的边数远小于其点数的平方，那么它是一张 稀疏图 。</a:t>
            </a:r>
          </a:p>
          <a:p>
            <a:pPr indent="457200" fontAlgn="auto">
              <a:lnSpc>
                <a:spcPct val="150000"/>
              </a:lnSpc>
            </a:pPr>
            <a:r>
              <a:rPr lang="zh-CN" altLang="en-US"/>
              <a:t>若一张图的边数接近其点数的平方，那么它是一张 稠密图 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7" grpId="0"/>
      <p:bldP spid="1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x-none" altLang="zh-CN" sz="3600">
                <a:solidFill>
                  <a:schemeClr val="bg1"/>
                </a:solidFill>
              </a:rPr>
              <a:t>1.</a:t>
            </a:r>
            <a:r>
              <a:rPr lang="en-US" altLang="x-none" sz="3600">
                <a:solidFill>
                  <a:schemeClr val="bg1"/>
                </a:solidFill>
              </a:rPr>
              <a:t>2</a:t>
            </a:r>
            <a:r>
              <a:rPr lang="x-none" altLang="zh-CN" sz="3600">
                <a:solidFill>
                  <a:schemeClr val="bg1"/>
                </a:solidFill>
              </a:rPr>
              <a:t>图的一些基本概念之</a:t>
            </a:r>
            <a:r>
              <a:rPr lang="zh-CN" altLang="x-none" sz="3600">
                <a:solidFill>
                  <a:schemeClr val="bg1"/>
                </a:solidFill>
              </a:rPr>
              <a:t>度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613410" y="1061085"/>
            <a:ext cx="3517900" cy="11347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11250" y="1263650"/>
            <a:ext cx="4417695" cy="1003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600">
                <a:solidFill>
                  <a:schemeClr val="bg1"/>
                </a:solidFill>
              </a:rPr>
              <a:t>度是什么？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031740" y="1349375"/>
            <a:ext cx="5303520" cy="649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/>
              <a:t>与一个顶点关联的边数称为该顶点的度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75665" y="2689225"/>
            <a:ext cx="856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当一个节点度数为</a:t>
            </a:r>
            <a:r>
              <a:rPr lang="en-US" altLang="zh-CN"/>
              <a:t>0</a:t>
            </a:r>
            <a:r>
              <a:rPr lang="zh-CN" altLang="en-US"/>
              <a:t>时（记为</a:t>
            </a:r>
            <a:r>
              <a:rPr lang="en-US" altLang="zh-CN"/>
              <a:t>d</a:t>
            </a:r>
            <a:r>
              <a:rPr lang="zh-CN" altLang="en-US"/>
              <a:t>（</a:t>
            </a:r>
            <a:r>
              <a:rPr lang="en-US" altLang="zh-CN"/>
              <a:t>v</a:t>
            </a:r>
            <a:r>
              <a:rPr lang="zh-CN" altLang="en-US"/>
              <a:t>）</a:t>
            </a:r>
            <a:r>
              <a:rPr lang="en-US" altLang="zh-CN"/>
              <a:t>=0</a:t>
            </a:r>
            <a:r>
              <a:rPr lang="zh-CN" altLang="en-US"/>
              <a:t>），该节点被称为孤立点</a:t>
            </a:r>
          </a:p>
          <a:p>
            <a:r>
              <a:rPr lang="en-US" altLang="zh-CN"/>
              <a:t>d</a:t>
            </a:r>
            <a:r>
              <a:rPr lang="zh-CN" altLang="en-US"/>
              <a:t>（</a:t>
            </a:r>
            <a:r>
              <a:rPr lang="en-US" altLang="zh-CN"/>
              <a:t>v</a:t>
            </a:r>
            <a:r>
              <a:rPr lang="zh-CN" altLang="en-US"/>
              <a:t>）</a:t>
            </a:r>
            <a:r>
              <a:rPr lang="en-US" altLang="zh-CN"/>
              <a:t>=</a:t>
            </a:r>
            <a:r>
              <a:rPr lang="zh-CN" altLang="en-US"/>
              <a:t>偶数时被称为偶点，奇数时为奇点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75665" y="3756025"/>
            <a:ext cx="80289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在有向图中，以顶点</a:t>
            </a:r>
            <a:r>
              <a:rPr lang="en-US" altLang="zh-CN" dirty="0"/>
              <a:t>v</a:t>
            </a:r>
            <a:r>
              <a:rPr lang="zh-CN" altLang="en-US" dirty="0"/>
              <a:t>为起点的边称为出边，出度等于</a:t>
            </a:r>
            <a:r>
              <a:rPr lang="en-US" altLang="zh-CN" dirty="0"/>
              <a:t>v</a:t>
            </a:r>
            <a:r>
              <a:rPr lang="zh-CN" altLang="en-US" dirty="0"/>
              <a:t>有多少个出边</a:t>
            </a:r>
          </a:p>
          <a:p>
            <a:r>
              <a:rPr lang="zh-CN" altLang="en-US" dirty="0">
                <a:sym typeface="+mn-ea"/>
              </a:rPr>
              <a:t>以顶点</a:t>
            </a:r>
            <a:r>
              <a:rPr lang="en-US" altLang="zh-CN" dirty="0">
                <a:sym typeface="+mn-ea"/>
              </a:rPr>
              <a:t>v</a:t>
            </a:r>
            <a:r>
              <a:rPr lang="zh-CN" altLang="en-US" dirty="0">
                <a:sym typeface="+mn-ea"/>
              </a:rPr>
              <a:t>为终点的边称为入边，入度等于</a:t>
            </a:r>
            <a:r>
              <a:rPr lang="en-US" altLang="zh-CN" dirty="0">
                <a:sym typeface="+mn-ea"/>
              </a:rPr>
              <a:t>v</a:t>
            </a:r>
            <a:r>
              <a:rPr lang="zh-CN" altLang="en-US" dirty="0">
                <a:sym typeface="+mn-ea"/>
              </a:rPr>
              <a:t>有多少个入边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875665" y="4717732"/>
            <a:ext cx="757682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途径：可以是有限的也可以是无限的</a:t>
            </a:r>
          </a:p>
          <a:p>
            <a:r>
              <a:rPr lang="zh-CN" altLang="en-US" dirty="0"/>
              <a:t>迹：对于一条途径里面所有边都不相同</a:t>
            </a:r>
          </a:p>
          <a:p>
            <a:r>
              <a:rPr lang="zh-CN" altLang="en-US" dirty="0"/>
              <a:t>路径</a:t>
            </a:r>
            <a:r>
              <a:rPr lang="en-US" altLang="zh-CN" dirty="0"/>
              <a:t>:</a:t>
            </a:r>
            <a:r>
              <a:rPr lang="zh-CN" altLang="en-US" dirty="0"/>
              <a:t>对于一条迹里面所有点都不同</a:t>
            </a:r>
          </a:p>
          <a:p>
            <a:r>
              <a:rPr lang="zh-CN" altLang="en-US" dirty="0"/>
              <a:t>回路：对于一条迹，终点等于起点</a:t>
            </a:r>
          </a:p>
          <a:p>
            <a:r>
              <a:rPr lang="zh-CN" altLang="en-US" dirty="0"/>
              <a:t>环：对于一个回路，终点和起点是唯一重复出现的点，一个顶点有一条连向自己的边称为自环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592820" y="2267585"/>
            <a:ext cx="21774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每个顶点的度数都为</a:t>
            </a:r>
            <a:r>
              <a:rPr lang="en-US" altLang="zh-CN"/>
              <a:t>k</a:t>
            </a:r>
            <a:r>
              <a:rPr lang="zh-CN" altLang="en-US"/>
              <a:t>（一个常数）的图叫作</a:t>
            </a:r>
            <a:r>
              <a:rPr lang="en-US" altLang="zh-CN"/>
              <a:t>k-</a:t>
            </a:r>
            <a:r>
              <a:rPr lang="zh-CN" altLang="en-US"/>
              <a:t>正则图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CD3E83-B8A2-2904-26AC-F97D2AF4995F}"/>
              </a:ext>
            </a:extLst>
          </p:cNvPr>
          <p:cNvSpPr txBox="1"/>
          <p:nvPr/>
        </p:nvSpPr>
        <p:spPr>
          <a:xfrm>
            <a:off x="5777045" y="4717732"/>
            <a:ext cx="5057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也就是说： 一个点的入度代表有多少条入边</a:t>
            </a:r>
            <a:endParaRPr lang="en-US" altLang="zh-CN" dirty="0"/>
          </a:p>
          <a:p>
            <a:r>
              <a:rPr lang="en-US" altLang="zh-CN" dirty="0"/>
              <a:t>	    </a:t>
            </a:r>
            <a:r>
              <a:rPr lang="zh-CN" altLang="en-US" dirty="0"/>
              <a:t>一个点的出度代表他往外出了几条边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/>
      <p:bldP spid="7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x-none" altLang="zh-CN" sz="3600">
                <a:solidFill>
                  <a:schemeClr val="bg1"/>
                </a:solidFill>
              </a:rPr>
              <a:t>1.</a:t>
            </a:r>
            <a:r>
              <a:rPr lang="en-US" altLang="x-none" sz="3600">
                <a:solidFill>
                  <a:schemeClr val="bg1"/>
                </a:solidFill>
              </a:rPr>
              <a:t>3</a:t>
            </a:r>
            <a:r>
              <a:rPr lang="x-none" altLang="zh-CN" sz="3600">
                <a:solidFill>
                  <a:schemeClr val="bg1"/>
                </a:solidFill>
              </a:rPr>
              <a:t>图的一些基本概念之</a:t>
            </a:r>
            <a:r>
              <a:rPr lang="zh-CN" altLang="x-none" sz="3600">
                <a:solidFill>
                  <a:schemeClr val="bg1"/>
                </a:solidFill>
              </a:rPr>
              <a:t>子图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77315" y="1533525"/>
            <a:ext cx="8901430" cy="23469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altLang="en-US"/>
              <a:t>如果一张图（</a:t>
            </a:r>
            <a:r>
              <a:rPr lang="en-US" altLang="zh-CN"/>
              <a:t>G=</a:t>
            </a:r>
            <a:r>
              <a:rPr lang="zh-CN" altLang="en-US"/>
              <a:t>（</a:t>
            </a:r>
            <a:r>
              <a:rPr lang="en-US" altLang="zh-CN"/>
              <a:t>V</a:t>
            </a:r>
            <a:r>
              <a:rPr lang="zh-CN" altLang="en-US"/>
              <a:t>，</a:t>
            </a:r>
            <a:r>
              <a:rPr lang="en-US" altLang="zh-CN"/>
              <a:t>E</a:t>
            </a:r>
            <a:r>
              <a:rPr lang="zh-CN" altLang="en-US"/>
              <a:t>））的点集和边集都是另一张图的（</a:t>
            </a:r>
            <a:r>
              <a:rPr lang="en-US" altLang="zh-CN"/>
              <a:t>H=(V`</a:t>
            </a:r>
            <a:r>
              <a:rPr lang="zh-CN" altLang="en-US"/>
              <a:t>，</a:t>
            </a:r>
            <a:r>
              <a:rPr lang="en-US" altLang="zh-CN"/>
              <a:t>E`)</a:t>
            </a:r>
            <a:r>
              <a:rPr lang="zh-CN" altLang="en-US"/>
              <a:t>）的子集则称</a:t>
            </a:r>
            <a:r>
              <a:rPr lang="en-US" altLang="zh-CN"/>
              <a:t>G</a:t>
            </a:r>
            <a:r>
              <a:rPr lang="zh-CN" altLang="en-US"/>
              <a:t>是</a:t>
            </a:r>
            <a:r>
              <a:rPr lang="en-US" altLang="zh-CN"/>
              <a:t>H</a:t>
            </a:r>
            <a:r>
              <a:rPr lang="zh-CN" altLang="en-US"/>
              <a:t>的子图</a:t>
            </a:r>
          </a:p>
          <a:p>
            <a:pPr indent="457200" fontAlgn="auto">
              <a:lnSpc>
                <a:spcPct val="150000"/>
              </a:lnSpc>
            </a:pPr>
            <a:r>
              <a:rPr lang="en-US" altLang="zh-CN"/>
              <a:t>G</a:t>
            </a:r>
            <a:r>
              <a:rPr lang="zh-CN" altLang="en-US"/>
              <a:t>是</a:t>
            </a:r>
            <a:r>
              <a:rPr lang="en-US" altLang="zh-CN"/>
              <a:t>H</a:t>
            </a:r>
            <a:r>
              <a:rPr lang="zh-CN" altLang="en-US"/>
              <a:t>的子图并且只要</a:t>
            </a:r>
            <a:r>
              <a:rPr lang="en-US" altLang="zh-CN"/>
              <a:t>G</a:t>
            </a:r>
            <a:r>
              <a:rPr lang="zh-CN" altLang="en-US"/>
              <a:t>中的顶点在</a:t>
            </a:r>
            <a:r>
              <a:rPr lang="en-US" altLang="zh-CN"/>
              <a:t>H</a:t>
            </a:r>
            <a:r>
              <a:rPr lang="zh-CN" altLang="en-US"/>
              <a:t>中有相连的边，然后这条边就在</a:t>
            </a:r>
            <a:r>
              <a:rPr lang="en-US" altLang="zh-CN"/>
              <a:t>G</a:t>
            </a:r>
            <a:r>
              <a:rPr lang="zh-CN" altLang="en-US"/>
              <a:t>中则称</a:t>
            </a:r>
            <a:r>
              <a:rPr lang="en-US" altLang="zh-CN"/>
              <a:t>G</a:t>
            </a:r>
            <a:r>
              <a:rPr lang="zh-CN" altLang="en-US"/>
              <a:t>为</a:t>
            </a:r>
            <a:r>
              <a:rPr lang="en-US" altLang="zh-CN"/>
              <a:t>H</a:t>
            </a:r>
            <a:r>
              <a:rPr lang="zh-CN" altLang="en-US"/>
              <a:t>的导出子图</a:t>
            </a:r>
          </a:p>
          <a:p>
            <a:pPr indent="457200" fontAlgn="auto">
              <a:lnSpc>
                <a:spcPct val="150000"/>
              </a:lnSpc>
            </a:pPr>
            <a:r>
              <a:rPr lang="en-US" altLang="zh-CN"/>
              <a:t>G</a:t>
            </a:r>
            <a:r>
              <a:rPr lang="zh-CN" altLang="en-US"/>
              <a:t>是</a:t>
            </a:r>
            <a:r>
              <a:rPr lang="en-US" altLang="zh-CN"/>
              <a:t>H</a:t>
            </a:r>
            <a:r>
              <a:rPr lang="zh-CN" altLang="en-US"/>
              <a:t>的子图并且</a:t>
            </a:r>
            <a:r>
              <a:rPr lang="en-US" altLang="zh-CN"/>
              <a:t>H</a:t>
            </a:r>
            <a:r>
              <a:rPr lang="zh-CN" altLang="en-US"/>
              <a:t>中所有的点都在</a:t>
            </a:r>
            <a:r>
              <a:rPr lang="en-US" altLang="zh-CN"/>
              <a:t>G</a:t>
            </a:r>
            <a:r>
              <a:rPr lang="zh-CN" altLang="en-US"/>
              <a:t>中则称</a:t>
            </a:r>
            <a:r>
              <a:rPr lang="en-US" altLang="zh-CN"/>
              <a:t>G</a:t>
            </a:r>
            <a:r>
              <a:rPr lang="zh-CN" altLang="en-US"/>
              <a:t>是</a:t>
            </a:r>
            <a:r>
              <a:rPr lang="en-US" altLang="zh-CN"/>
              <a:t>H</a:t>
            </a:r>
            <a:r>
              <a:rPr lang="zh-CN" altLang="en-US"/>
              <a:t>的生成子图，</a:t>
            </a:r>
            <a:r>
              <a:rPr lang="en-US" altLang="zh-CN"/>
              <a:t>H</a:t>
            </a:r>
            <a:r>
              <a:rPr lang="zh-CN" altLang="en-US"/>
              <a:t>本身就是</a:t>
            </a:r>
            <a:r>
              <a:rPr lang="en-US" altLang="zh-CN"/>
              <a:t>H</a:t>
            </a:r>
            <a:r>
              <a:rPr lang="zh-CN" altLang="en-US"/>
              <a:t>的生成子图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" y="4250055"/>
            <a:ext cx="4211955" cy="21799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770" y="3720465"/>
            <a:ext cx="1934210" cy="15220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755" y="5366385"/>
            <a:ext cx="2359660" cy="1395730"/>
          </a:xfrm>
          <a:prstGeom prst="rect">
            <a:avLst/>
          </a:prstGeom>
        </p:spPr>
      </p:pic>
      <p:cxnSp>
        <p:nvCxnSpPr>
          <p:cNvPr id="10" name="直接箭头连接符 9"/>
          <p:cNvCxnSpPr>
            <a:endCxn id="8" idx="1"/>
          </p:cNvCxnSpPr>
          <p:nvPr/>
        </p:nvCxnSpPr>
        <p:spPr>
          <a:xfrm flipV="1">
            <a:off x="4457700" y="4481830"/>
            <a:ext cx="1449070" cy="858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endCxn id="9" idx="1"/>
          </p:cNvCxnSpPr>
          <p:nvPr/>
        </p:nvCxnSpPr>
        <p:spPr>
          <a:xfrm>
            <a:off x="4481830" y="5362575"/>
            <a:ext cx="1558925" cy="7016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 rot="19740000">
            <a:off x="4481830" y="4400550"/>
            <a:ext cx="1251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导出子图</a:t>
            </a:r>
          </a:p>
        </p:txBody>
      </p:sp>
      <p:sp>
        <p:nvSpPr>
          <p:cNvPr id="13" name="文本框 12"/>
          <p:cNvSpPr txBox="1"/>
          <p:nvPr/>
        </p:nvSpPr>
        <p:spPr>
          <a:xfrm rot="1440000">
            <a:off x="4570730" y="5777865"/>
            <a:ext cx="1118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生成子图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2" grpId="0"/>
      <p:bldP spid="12" grpId="1"/>
      <p:bldP spid="13" grpId="0"/>
      <p:bldP spid="1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x-none" altLang="zh-CN" sz="3600">
                <a:solidFill>
                  <a:schemeClr val="bg1"/>
                </a:solidFill>
              </a:rPr>
              <a:t>1.</a:t>
            </a:r>
            <a:r>
              <a:rPr lang="en-US" altLang="x-none" sz="3600">
                <a:solidFill>
                  <a:schemeClr val="bg1"/>
                </a:solidFill>
              </a:rPr>
              <a:t>4</a:t>
            </a:r>
            <a:r>
              <a:rPr lang="x-none" altLang="zh-CN" sz="3600">
                <a:solidFill>
                  <a:schemeClr val="bg1"/>
                </a:solidFill>
              </a:rPr>
              <a:t>图的一些基本概念之</a:t>
            </a:r>
            <a:r>
              <a:rPr lang="zh-CN" altLang="x-none" sz="3600">
                <a:solidFill>
                  <a:schemeClr val="bg1"/>
                </a:solidFill>
              </a:rPr>
              <a:t>连通性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45235" y="1311275"/>
            <a:ext cx="8754110" cy="1923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altLang="en-US"/>
              <a:t>对于一个无向图，两个点可以相互到达称为这两个点是连通的</a:t>
            </a:r>
          </a:p>
          <a:p>
            <a:pPr indent="457200" fontAlgn="auto">
              <a:lnSpc>
                <a:spcPct val="150000"/>
              </a:lnSpc>
            </a:pPr>
            <a:r>
              <a:rPr lang="zh-CN" altLang="en-US"/>
              <a:t>任意两个点都可以相互到达，该图就是连通图</a:t>
            </a:r>
          </a:p>
          <a:p>
            <a:pPr indent="457200" fontAlgn="auto">
              <a:lnSpc>
                <a:spcPct val="150000"/>
              </a:lnSpc>
            </a:pPr>
            <a:r>
              <a:rPr lang="zh-CN" altLang="en-US"/>
              <a:t>对于一个有向图，每两个点都可以由其中任意一个到达另一个，称该图为弱连通图。当每两个点都可以相互到达，称该图为强连通图</a:t>
            </a:r>
          </a:p>
          <a:p>
            <a:endParaRPr lang="zh-CN" altLang="en-US"/>
          </a:p>
        </p:txBody>
      </p:sp>
      <p:pic>
        <p:nvPicPr>
          <p:cNvPr id="7" name="图片 6"/>
          <p:cNvPicPr/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36905" y="3234690"/>
            <a:ext cx="2044700" cy="128397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36905" y="5256530"/>
            <a:ext cx="1908810" cy="121729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910840" y="3703955"/>
            <a:ext cx="2303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无向图的连通图</a:t>
            </a: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2999740" y="5664200"/>
            <a:ext cx="2021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非连通图</a:t>
            </a:r>
          </a:p>
        </p:txBody>
      </p:sp>
      <p:pic>
        <p:nvPicPr>
          <p:cNvPr id="11" name="图片 10"/>
          <p:cNvPicPr/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847715" y="3159760"/>
            <a:ext cx="2160905" cy="14338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8725535" y="3629660"/>
            <a:ext cx="2533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弱连通图</a:t>
            </a:r>
          </a:p>
        </p:txBody>
      </p:sp>
      <p:pic>
        <p:nvPicPr>
          <p:cNvPr id="13" name="图片 12"/>
          <p:cNvPicPr/>
          <p:nvPr>
            <p:custDataLst>
              <p:tags r:id="rId7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020435" y="5114925"/>
            <a:ext cx="2069465" cy="13589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8958580" y="5664200"/>
            <a:ext cx="2066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强连通图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9" grpId="0"/>
      <p:bldP spid="9" grpId="1"/>
      <p:bldP spid="10" grpId="0"/>
      <p:bldP spid="10" grpId="1"/>
      <p:bldP spid="12" grpId="0"/>
      <p:bldP spid="12" grpId="1"/>
      <p:bldP spid="14" grpId="0"/>
      <p:bldP spid="1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x-none" altLang="zh-CN" sz="3600">
                <a:solidFill>
                  <a:schemeClr val="bg1"/>
                </a:solidFill>
              </a:rPr>
              <a:t>1.</a:t>
            </a:r>
            <a:r>
              <a:rPr lang="en-US" altLang="x-none" sz="3600">
                <a:solidFill>
                  <a:schemeClr val="bg1"/>
                </a:solidFill>
              </a:rPr>
              <a:t>4</a:t>
            </a:r>
            <a:r>
              <a:rPr lang="x-none" altLang="zh-CN" sz="3600">
                <a:solidFill>
                  <a:schemeClr val="bg1"/>
                </a:solidFill>
              </a:rPr>
              <a:t>图的一些基本概念之</a:t>
            </a:r>
            <a:r>
              <a:rPr lang="zh-CN" altLang="x-none" sz="3600">
                <a:solidFill>
                  <a:schemeClr val="bg1"/>
                </a:solidFill>
              </a:rPr>
              <a:t>连通性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637030" y="1341120"/>
            <a:ext cx="814641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altLang="en-US"/>
              <a:t>在无向图中，当连通图</a:t>
            </a:r>
            <a:r>
              <a:rPr lang="en-US" altLang="zh-CN"/>
              <a:t>H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的子图，且不存在连通图</a:t>
            </a:r>
            <a:r>
              <a:rPr lang="en-US" altLang="zh-CN"/>
              <a:t>F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的子图，</a:t>
            </a:r>
            <a:r>
              <a:rPr lang="en-US" altLang="zh-CN"/>
              <a:t>H</a:t>
            </a:r>
            <a:r>
              <a:rPr lang="zh-CN" altLang="en-US"/>
              <a:t>不等于</a:t>
            </a:r>
            <a:r>
              <a:rPr lang="en-US" altLang="zh-CN"/>
              <a:t>F</a:t>
            </a:r>
            <a:r>
              <a:rPr lang="zh-CN" altLang="en-US"/>
              <a:t>，</a:t>
            </a:r>
            <a:r>
              <a:rPr lang="en-US" altLang="zh-CN"/>
              <a:t>H</a:t>
            </a:r>
            <a:r>
              <a:rPr lang="zh-CN" altLang="en-US"/>
              <a:t>是</a:t>
            </a:r>
            <a:r>
              <a:rPr lang="en-US" altLang="zh-CN"/>
              <a:t>F</a:t>
            </a:r>
            <a:r>
              <a:rPr lang="zh-CN" altLang="en-US"/>
              <a:t>的子图，则称</a:t>
            </a:r>
            <a:r>
              <a:rPr lang="en-US" altLang="zh-CN"/>
              <a:t>H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的连通子图</a:t>
            </a:r>
          </a:p>
          <a:p>
            <a:pPr indent="457200" fontAlgn="auto">
              <a:lnSpc>
                <a:spcPct val="150000"/>
              </a:lnSpc>
            </a:pPr>
            <a:r>
              <a:rPr lang="zh-CN" altLang="en-US"/>
              <a:t>同理有向图中也有弱连通子图和强连通子图，这些离散数学应该都学过就不多赘述了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7125970" y="3194685"/>
            <a:ext cx="3821430" cy="32823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x-none" altLang="zh-CN" sz="3600">
                <a:solidFill>
                  <a:schemeClr val="bg1"/>
                </a:solidFill>
              </a:rPr>
              <a:t>1.</a:t>
            </a:r>
            <a:r>
              <a:rPr lang="en-US" altLang="x-none" sz="3600">
                <a:solidFill>
                  <a:schemeClr val="bg1"/>
                </a:solidFill>
              </a:rPr>
              <a:t>5</a:t>
            </a:r>
            <a:r>
              <a:rPr lang="x-none" altLang="zh-CN" sz="3600">
                <a:solidFill>
                  <a:schemeClr val="bg1"/>
                </a:solidFill>
              </a:rPr>
              <a:t>图的一些基本概念之</a:t>
            </a:r>
            <a:r>
              <a:rPr lang="zh-CN" altLang="x-none" sz="3600">
                <a:solidFill>
                  <a:schemeClr val="bg1"/>
                </a:solidFill>
              </a:rPr>
              <a:t>同构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2778125" y="3497580"/>
            <a:ext cx="5801360" cy="20535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863090"/>
            <a:ext cx="9429750" cy="12954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532890" y="1475740"/>
            <a:ext cx="4466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直接借用老学长的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>
            <p:custDataLst>
              <p:tags r:id="rId1"/>
            </p:custDataLst>
          </p:nvPr>
        </p:nvSpPr>
        <p:spPr>
          <a:xfrm>
            <a:off x="2630805" y="2637155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2675255" y="3962400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2675255" y="5269230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12240260" cy="914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7955" y="149860"/>
            <a:ext cx="6668135" cy="595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x-none" sz="3600">
                <a:solidFill>
                  <a:schemeClr val="bg1"/>
                </a:solidFill>
              </a:rPr>
              <a:t>2.</a:t>
            </a:r>
            <a:r>
              <a:rPr lang="zh-CN" altLang="en-US" sz="3600">
                <a:solidFill>
                  <a:schemeClr val="bg1"/>
                </a:solidFill>
              </a:rPr>
              <a:t>建图与存图的三种常用方法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068320" y="2849880"/>
            <a:ext cx="3747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</a:rPr>
              <a:t>2.</a:t>
            </a:r>
            <a:r>
              <a:rPr lang="zh-CN" altLang="en-US" sz="2800">
                <a:solidFill>
                  <a:schemeClr val="bg1"/>
                </a:solidFill>
              </a:rPr>
              <a:t>邻接矩阵存边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088640" y="4144010"/>
            <a:ext cx="41770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</a:rPr>
              <a:t>3.</a:t>
            </a:r>
            <a:r>
              <a:rPr lang="zh-CN" altLang="en-US" sz="2800">
                <a:solidFill>
                  <a:schemeClr val="bg1"/>
                </a:solidFill>
              </a:rPr>
              <a:t>邻接表存边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147695" y="5462270"/>
            <a:ext cx="34061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</a:rPr>
              <a:t>4.</a:t>
            </a:r>
            <a:r>
              <a:rPr lang="zh-CN" altLang="en-US" sz="2800">
                <a:solidFill>
                  <a:schemeClr val="bg1"/>
                </a:solidFill>
              </a:rPr>
              <a:t>链式向星结构</a:t>
            </a:r>
          </a:p>
        </p:txBody>
      </p:sp>
      <p:sp>
        <p:nvSpPr>
          <p:cNvPr id="17" name="圆角矩形 16"/>
          <p:cNvSpPr/>
          <p:nvPr>
            <p:custDataLst>
              <p:tags r:id="rId4"/>
            </p:custDataLst>
          </p:nvPr>
        </p:nvSpPr>
        <p:spPr>
          <a:xfrm>
            <a:off x="2675255" y="1320800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088640" y="1591945"/>
            <a:ext cx="21107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</a:rPr>
              <a:t>1. </a:t>
            </a:r>
            <a:r>
              <a:rPr lang="zh-CN" altLang="en-US" sz="2800">
                <a:solidFill>
                  <a:schemeClr val="bg1"/>
                </a:solidFill>
              </a:rPr>
              <a:t>直接存边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2.1</a:t>
            </a:r>
            <a:r>
              <a:rPr lang="zh-CN" altLang="en-US" sz="3600">
                <a:solidFill>
                  <a:schemeClr val="bg1"/>
                </a:solidFill>
              </a:rPr>
              <a:t>直接存边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265" y="955040"/>
            <a:ext cx="5438140" cy="41332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95375" y="2236470"/>
            <a:ext cx="53257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用一个结构体整三个变量</a:t>
            </a:r>
            <a:r>
              <a:rPr lang="en-US" altLang="zh-CN"/>
              <a:t>a,b,w</a:t>
            </a:r>
            <a:r>
              <a:rPr lang="zh-CN" altLang="en-US"/>
              <a:t>表示有一条</a:t>
            </a:r>
            <a:r>
              <a:rPr lang="en-US" altLang="zh-CN"/>
              <a:t>a-&gt;b</a:t>
            </a:r>
            <a:r>
              <a:rPr lang="zh-CN" altLang="en-US"/>
              <a:t>的边，边权为</a:t>
            </a:r>
            <a:r>
              <a:rPr lang="en-US" altLang="zh-CN"/>
              <a:t>w</a:t>
            </a:r>
            <a:r>
              <a:rPr lang="zh-CN" altLang="en-US"/>
              <a:t>就行了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81380" y="3429635"/>
            <a:ext cx="5295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对于无向图存边只需要将无向图看作有向图便可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75" y="5525135"/>
            <a:ext cx="3380105" cy="7315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396865"/>
            <a:ext cx="3174365" cy="988695"/>
          </a:xfrm>
          <a:prstGeom prst="rect">
            <a:avLst/>
          </a:prstGeom>
        </p:spPr>
      </p:pic>
      <p:cxnSp>
        <p:nvCxnSpPr>
          <p:cNvPr id="12" name="直接箭头连接符 11"/>
          <p:cNvCxnSpPr>
            <a:stCxn id="10" idx="3"/>
            <a:endCxn id="11" idx="1"/>
          </p:cNvCxnSpPr>
          <p:nvPr/>
        </p:nvCxnSpPr>
        <p:spPr>
          <a:xfrm>
            <a:off x="3510280" y="5890895"/>
            <a:ext cx="2585720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9" grpId="0"/>
      <p:bldP spid="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2.2</a:t>
            </a:r>
            <a:r>
              <a:rPr lang="zh-CN" altLang="en-US" sz="3600">
                <a:solidFill>
                  <a:schemeClr val="bg1"/>
                </a:solidFill>
              </a:rPr>
              <a:t>邻接矩阵存边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348105" y="1769745"/>
            <a:ext cx="77774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就是整一个二维数组，</a:t>
            </a:r>
            <a:r>
              <a:rPr lang="en-US" altLang="zh-CN"/>
              <a:t>a[i][j]</a:t>
            </a:r>
            <a:r>
              <a:rPr lang="zh-CN" altLang="en-US"/>
              <a:t>表示</a:t>
            </a:r>
            <a:r>
              <a:rPr lang="en-US" altLang="zh-CN"/>
              <a:t>i-&gt;j</a:t>
            </a:r>
            <a:r>
              <a:rPr lang="zh-CN" altLang="en-US"/>
              <a:t>的边，对于无权图，习惯用</a:t>
            </a:r>
            <a:r>
              <a:rPr lang="en-US" altLang="zh-CN"/>
              <a:t>0</a:t>
            </a:r>
            <a:r>
              <a:rPr lang="zh-CN" altLang="en-US"/>
              <a:t>表示没有边，</a:t>
            </a:r>
            <a:r>
              <a:rPr lang="en-US" altLang="zh-CN"/>
              <a:t>1</a:t>
            </a:r>
            <a:r>
              <a:rPr lang="zh-CN" altLang="en-US"/>
              <a:t>表示有边，对于有权图，直接存权值就行了，没有边的话就整一个不可能取到的数表示没有边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3297555"/>
            <a:ext cx="3155950" cy="301371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570355" y="1244600"/>
            <a:ext cx="7939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如果想要遍历一个点的所有出边</a:t>
            </a:r>
            <a:r>
              <a:rPr lang="en-US" altLang="zh-CN"/>
              <a:t>/</a:t>
            </a:r>
            <a:r>
              <a:rPr lang="zh-CN" altLang="en-US"/>
              <a:t>入边，第一种方法很显然并不能很好的实现</a:t>
            </a:r>
          </a:p>
        </p:txBody>
      </p:sp>
      <p:pic>
        <p:nvPicPr>
          <p:cNvPr id="13" name="图片 12" descr="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790" y="3209925"/>
            <a:ext cx="3587750" cy="310134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4"/>
          <a:stretch>
            <a:fillRect/>
          </a:stretch>
        </p:blipFill>
        <p:spPr>
          <a:xfrm>
            <a:off x="9200515" y="3413760"/>
            <a:ext cx="2697480" cy="2693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1" grpId="0"/>
      <p:bldP spid="11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2.3</a:t>
            </a:r>
            <a:r>
              <a:rPr lang="zh-CN" altLang="en-US" sz="3600">
                <a:solidFill>
                  <a:schemeClr val="bg1"/>
                </a:solidFill>
              </a:rPr>
              <a:t>邻接表存边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99490" y="1177925"/>
            <a:ext cx="6681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对于稀疏图而言，邻接矩阵存图会浪费很多没有必要的空间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99490" y="1785620"/>
            <a:ext cx="10221595" cy="872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此时我们可以使用</a:t>
            </a:r>
            <a:r>
              <a:rPr lang="en-US" altLang="zh-CN"/>
              <a:t>stl</a:t>
            </a:r>
            <a:r>
              <a:rPr lang="zh-CN" altLang="en-US"/>
              <a:t>中的</a:t>
            </a:r>
            <a:r>
              <a:rPr lang="en-US" altLang="zh-CN"/>
              <a:t>vector</a:t>
            </a:r>
            <a:r>
              <a:rPr lang="zh-CN" altLang="en-US"/>
              <a:t>容器来实现动态分配内存，定义一个变量</a:t>
            </a:r>
            <a:r>
              <a:rPr lang="en-US" altLang="zh-CN"/>
              <a:t>vector&lt;pair&lt;int,int&gt;&gt; v[N]</a:t>
            </a:r>
          </a:p>
          <a:p>
            <a:r>
              <a:rPr lang="en-US" altLang="zh-CN"/>
              <a:t>v[x]</a:t>
            </a:r>
            <a:r>
              <a:rPr lang="zh-CN" altLang="en-US"/>
              <a:t>存所有由</a:t>
            </a:r>
            <a:r>
              <a:rPr lang="en-US" altLang="zh-CN"/>
              <a:t>x</a:t>
            </a:r>
            <a:r>
              <a:rPr lang="zh-CN" altLang="en-US"/>
              <a:t>点指向的点，以及边权</a:t>
            </a:r>
          </a:p>
        </p:txBody>
      </p:sp>
      <p:pic>
        <p:nvPicPr>
          <p:cNvPr id="8" name="图片 7" descr="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310" y="2786380"/>
            <a:ext cx="5407660" cy="3162935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2263775" y="2709545"/>
            <a:ext cx="3146425" cy="32397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636395" y="39408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2.4</a:t>
            </a:r>
            <a:r>
              <a:rPr lang="zh-CN" altLang="en-US" sz="3600">
                <a:solidFill>
                  <a:schemeClr val="bg1"/>
                </a:solidFill>
              </a:rPr>
              <a:t>链式向星结构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392555" y="1222375"/>
            <a:ext cx="87325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altLang="en-US"/>
              <a:t>邻接表已经能应对大多数题面了，链式向星结构的空间复杂度和时间复杂度和邻接表差不多，但是比邻接表更难懂一点，好处是删边和标记边更简单一点</a:t>
            </a:r>
          </a:p>
        </p:txBody>
      </p:sp>
      <p:pic>
        <p:nvPicPr>
          <p:cNvPr id="7" name="图片 6" descr="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784" y="2401750"/>
            <a:ext cx="6796405" cy="401447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251460" y="2524760"/>
            <a:ext cx="3683000" cy="3605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>
            <p:custDataLst>
              <p:tags r:id="rId1"/>
            </p:custDataLst>
          </p:nvPr>
        </p:nvSpPr>
        <p:spPr>
          <a:xfrm>
            <a:off x="2630805" y="2637155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2675255" y="3962400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2675255" y="5269230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12240260" cy="914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7955" y="149860"/>
            <a:ext cx="6668135" cy="595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3.</a:t>
            </a:r>
            <a:r>
              <a:rPr lang="zh-CN" altLang="en-US" sz="3600">
                <a:solidFill>
                  <a:schemeClr val="bg1"/>
                </a:solidFill>
              </a:rPr>
              <a:t>最短路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3068320" y="2849880"/>
            <a:ext cx="3747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</a:rPr>
              <a:t>2.spfa</a:t>
            </a: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3088640" y="4144010"/>
            <a:ext cx="41770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</a:rPr>
              <a:t>3.Dijkstra</a:t>
            </a: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3147695" y="5462270"/>
            <a:ext cx="34061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</a:rPr>
              <a:t>4.</a:t>
            </a:r>
            <a:r>
              <a:rPr lang="en-US" altLang="zh-CN" sz="2800">
                <a:solidFill>
                  <a:schemeClr val="bg1"/>
                </a:solidFill>
                <a:cs typeface="Arial" panose="020B0604020202020204" pitchFamily="34" charset="0"/>
              </a:rPr>
              <a:t>floyd</a:t>
            </a:r>
            <a:endParaRPr lang="en-US" altLang="zh-CN" sz="2800">
              <a:solidFill>
                <a:schemeClr val="bg1"/>
              </a:solidFill>
            </a:endParaRPr>
          </a:p>
        </p:txBody>
      </p:sp>
      <p:sp>
        <p:nvSpPr>
          <p:cNvPr id="17" name="圆角矩形 16"/>
          <p:cNvSpPr/>
          <p:nvPr>
            <p:custDataLst>
              <p:tags r:id="rId7"/>
            </p:custDataLst>
          </p:nvPr>
        </p:nvSpPr>
        <p:spPr>
          <a:xfrm>
            <a:off x="2675255" y="1320800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2978024" y="1474439"/>
            <a:ext cx="3521100" cy="6472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>
                <a:solidFill>
                  <a:schemeClr val="bg1"/>
                </a:solidFill>
              </a:rPr>
              <a:t>1. Be</a:t>
            </a:r>
            <a:r>
              <a:rPr lang="en-US" altLang="zh-CN" sz="2800">
                <a:solidFill>
                  <a:schemeClr val="bg1"/>
                </a:solidFill>
                <a:cs typeface="Arial" panose="020B0604020202020204" pitchFamily="34" charset="0"/>
              </a:rPr>
              <a:t>llman</a:t>
            </a:r>
            <a:r>
              <a:rPr lang="zh-CN" altLang="en-US" sz="2800">
                <a:solidFill>
                  <a:schemeClr val="bg1"/>
                </a:solidFill>
                <a:cs typeface="Arial" panose="020B0604020202020204" pitchFamily="34" charset="0"/>
              </a:rPr>
              <a:t>-</a:t>
            </a:r>
            <a:r>
              <a:rPr lang="en-US" altLang="zh-CN" sz="2800">
                <a:solidFill>
                  <a:schemeClr val="bg1"/>
                </a:solidFill>
                <a:cs typeface="Arial" panose="020B0604020202020204" pitchFamily="34" charset="0"/>
              </a:rPr>
              <a:t>Ford</a:t>
            </a:r>
            <a:endParaRPr lang="en-US" altLang="zh-CN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3.1 Bellman-Ford</a:t>
            </a:r>
          </a:p>
        </p:txBody>
      </p:sp>
      <p:sp>
        <p:nvSpPr>
          <p:cNvPr id="3" name="文本框 2"/>
          <p:cNvSpPr txBox="1"/>
          <p:nvPr userDrawn="1"/>
        </p:nvSpPr>
        <p:spPr>
          <a:xfrm>
            <a:off x="1472670" y="1483709"/>
            <a:ext cx="9516287" cy="544713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/>
              <a:t>许多最短路算法都会运用到“松弛”操作，那么</a:t>
            </a:r>
            <a:r>
              <a:rPr lang="en-US" altLang="zh-CN" sz="2400"/>
              <a:t>"</a:t>
            </a:r>
            <a:r>
              <a:rPr lang="zh-CN" altLang="en-US" sz="2400"/>
              <a:t>松弛</a:t>
            </a:r>
            <a:r>
              <a:rPr lang="en-US" altLang="zh-CN" sz="2400"/>
              <a:t>"</a:t>
            </a:r>
            <a:r>
              <a:rPr lang="zh-CN" altLang="en-US" sz="2400"/>
              <a:t>是什么呢？</a:t>
            </a:r>
          </a:p>
        </p:txBody>
      </p:sp>
      <p:sp>
        <p:nvSpPr>
          <p:cNvPr id="2" name="文本框 1"/>
          <p:cNvSpPr txBox="1"/>
          <p:nvPr userDrawn="1"/>
        </p:nvSpPr>
        <p:spPr>
          <a:xfrm>
            <a:off x="1472704" y="2131850"/>
            <a:ext cx="10085535" cy="1050754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/>
              <a:t>松弛</a:t>
            </a:r>
            <a:r>
              <a:rPr lang="zh-CN" altLang="en-US" sz="2400">
                <a:cs typeface="Arial" panose="020B0604020202020204" pitchFamily="34" charset="0"/>
              </a:rPr>
              <a:t>操作可以用于单源最短路</a:t>
            </a:r>
            <a:r>
              <a:rPr lang="en-US" altLang="zh-CN" sz="2400">
                <a:cs typeface="Arial" panose="020B0604020202020204" pitchFamily="34" charset="0"/>
              </a:rPr>
              <a:t>,</a:t>
            </a:r>
            <a:r>
              <a:rPr lang="zh-CN" altLang="en-US" sz="2400">
                <a:cs typeface="Arial" panose="020B0604020202020204" pitchFamily="34" charset="0"/>
              </a:rPr>
              <a:t>假设</a:t>
            </a:r>
            <a:r>
              <a:rPr lang="en-US" altLang="zh-CN" sz="2400">
                <a:cs typeface="Arial" panose="020B0604020202020204" pitchFamily="34" charset="0"/>
              </a:rPr>
              <a:t>dist[x]</a:t>
            </a:r>
            <a:r>
              <a:rPr lang="zh-CN" altLang="en-US" sz="2400">
                <a:cs typeface="Arial" panose="020B0604020202020204" pitchFamily="34" charset="0"/>
              </a:rPr>
              <a:t>为当前源距离</a:t>
            </a:r>
            <a:r>
              <a:rPr lang="en-US" altLang="zh-CN" sz="2400">
                <a:cs typeface="Arial" panose="020B0604020202020204" pitchFamily="34" charset="0"/>
              </a:rPr>
              <a:t>x</a:t>
            </a:r>
            <a:r>
              <a:rPr lang="zh-CN" altLang="en-US" sz="2400">
                <a:cs typeface="Arial" panose="020B0604020202020204" pitchFamily="34" charset="0"/>
              </a:rPr>
              <a:t>点的最短距离。对于边（</a:t>
            </a:r>
            <a:r>
              <a:rPr lang="en-US" altLang="zh-CN" sz="2400">
                <a:cs typeface="Arial" panose="020B0604020202020204" pitchFamily="34" charset="0"/>
              </a:rPr>
              <a:t>u,x</a:t>
            </a:r>
            <a:r>
              <a:rPr lang="zh-CN" altLang="en-US" sz="2400">
                <a:cs typeface="Arial" panose="020B0604020202020204" pitchFamily="34" charset="0"/>
              </a:rPr>
              <a:t>）松弛操作可以看成</a:t>
            </a:r>
            <a:r>
              <a:rPr lang="en-US" altLang="zh-CN" sz="2400">
                <a:cs typeface="Arial" panose="020B0604020202020204" pitchFamily="34" charset="0"/>
              </a:rPr>
              <a:t>dist[x]</a:t>
            </a:r>
            <a:r>
              <a:rPr lang="zh-CN" altLang="en-US" sz="2400">
                <a:cs typeface="Arial" panose="020B0604020202020204" pitchFamily="34" charset="0"/>
              </a:rPr>
              <a:t>=</a:t>
            </a:r>
            <a:r>
              <a:rPr lang="en-US" altLang="zh-CN" sz="2400">
                <a:cs typeface="Arial" panose="020B0604020202020204" pitchFamily="34" charset="0"/>
              </a:rPr>
              <a:t>min(dist[x],dist[u]</a:t>
            </a:r>
            <a:r>
              <a:rPr lang="zh-CN" altLang="en-US" sz="2400">
                <a:cs typeface="Arial" panose="020B0604020202020204" pitchFamily="34" charset="0"/>
              </a:rPr>
              <a:t>+</a:t>
            </a:r>
            <a:r>
              <a:rPr lang="en-US" altLang="zh-CN" sz="2400">
                <a:cs typeface="Arial" panose="020B0604020202020204" pitchFamily="34" charset="0"/>
              </a:rPr>
              <a:t>w(u,x))</a:t>
            </a:r>
          </a:p>
          <a:p>
            <a:endParaRPr lang="zh-CN" altLang="en-US" sz="240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258898" y="3527348"/>
            <a:ext cx="9909175" cy="230695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400"/>
              <a:t>Bellman</a:t>
            </a:r>
            <a:r>
              <a:rPr lang="zh-CN" altLang="en-US" sz="2400"/>
              <a:t>-</a:t>
            </a:r>
            <a:r>
              <a:rPr lang="en-US" altLang="zh-CN" sz="2400"/>
              <a:t>Ford</a:t>
            </a:r>
            <a:r>
              <a:rPr lang="zh-CN" altLang="en-US" sz="2400"/>
              <a:t>的思想是将源点距离源点的距离设为</a:t>
            </a:r>
            <a:r>
              <a:rPr lang="en-US" altLang="zh-CN" sz="2400"/>
              <a:t>0</a:t>
            </a:r>
            <a:r>
              <a:rPr lang="zh-CN" altLang="en-US" sz="2400"/>
              <a:t>，然后对每一条边进行</a:t>
            </a:r>
            <a:r>
              <a:rPr lang="en-US" altLang="zh-CN" sz="2400"/>
              <a:t>n</a:t>
            </a:r>
            <a:r>
              <a:rPr lang="zh-CN" altLang="en-US" sz="2400"/>
              <a:t>次松弛操作。</a:t>
            </a:r>
          </a:p>
          <a:p>
            <a:pPr indent="457200">
              <a:lnSpc>
                <a:spcPct val="150000"/>
              </a:lnSpc>
            </a:pPr>
            <a:r>
              <a:rPr lang="zh-CN" altLang="en-US" sz="2400"/>
              <a:t>一次松弛操作会将最短路长度+</a:t>
            </a:r>
            <a:r>
              <a:rPr lang="en-US" altLang="zh-CN" sz="2400"/>
              <a:t>1</a:t>
            </a:r>
            <a:r>
              <a:rPr lang="zh-CN" altLang="en-US" sz="2400"/>
              <a:t>，最短路长度最长不会超过</a:t>
            </a:r>
            <a:r>
              <a:rPr lang="en-US" altLang="zh-CN" sz="2400"/>
              <a:t>n</a:t>
            </a:r>
            <a:r>
              <a:rPr lang="zh-CN" altLang="en-US" sz="2400"/>
              <a:t>-</a:t>
            </a:r>
            <a:r>
              <a:rPr lang="en-US" altLang="zh-CN" sz="2400"/>
              <a:t>1</a:t>
            </a:r>
            <a:r>
              <a:rPr lang="zh-CN" altLang="en-US" sz="2400"/>
              <a:t>，如果没有负环。当第</a:t>
            </a:r>
            <a:r>
              <a:rPr lang="en-US" altLang="zh-CN" sz="2400"/>
              <a:t>n</a:t>
            </a:r>
            <a:r>
              <a:rPr lang="zh-CN" altLang="en-US" sz="2400"/>
              <a:t>次松弛操作还有最短距离被更新，那么就存在负环。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/>
      <p:bldP spid="2" grpId="1"/>
      <p:bldP spid="4" grpId="0"/>
      <p:bldP spid="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3.1 Bellman-Ford</a:t>
            </a:r>
          </a:p>
        </p:txBody>
      </p:sp>
      <p:sp>
        <p:nvSpPr>
          <p:cNvPr id="2" name="文本框 1"/>
          <p:cNvSpPr txBox="1"/>
          <p:nvPr userDrawn="1"/>
        </p:nvSpPr>
        <p:spPr>
          <a:xfrm>
            <a:off x="3418720" y="946754"/>
            <a:ext cx="5354651" cy="92202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dirty="0"/>
              <a:t>接下来看一道例题</a:t>
            </a:r>
          </a:p>
          <a:p>
            <a:r>
              <a:rPr lang="en-US" altLang="zh-CN" dirty="0">
                <a:hlinkClick r:id="rId2"/>
              </a:rPr>
              <a:t>https://www.luogu.com.cn/problem/U520022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86" y="946754"/>
            <a:ext cx="2957493" cy="5514974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3504252" y="1972195"/>
            <a:ext cx="6882808" cy="77049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/>
              <a:t>会进行</a:t>
            </a:r>
            <a:r>
              <a:rPr lang="en-US" altLang="zh-CN"/>
              <a:t>n</a:t>
            </a:r>
            <a:r>
              <a:rPr lang="zh-CN" altLang="en-US"/>
              <a:t>次松弛操作，每次松弛操作会遍历每一条边。所以时间复杂度是</a:t>
            </a:r>
            <a:r>
              <a:rPr lang="en-US" altLang="zh-CN"/>
              <a:t>O(nm);</a:t>
            </a:r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8104505" y="2846070"/>
            <a:ext cx="2992755" cy="37369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533900" y="3520440"/>
            <a:ext cx="3003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很显然时间复杂度非常大</a:t>
            </a:r>
          </a:p>
        </p:txBody>
      </p:sp>
      <p:cxnSp>
        <p:nvCxnSpPr>
          <p:cNvPr id="9" name="直接箭头连接符 8"/>
          <p:cNvCxnSpPr>
            <a:stCxn id="7" idx="2"/>
            <a:endCxn id="3" idx="1"/>
          </p:cNvCxnSpPr>
          <p:nvPr/>
        </p:nvCxnSpPr>
        <p:spPr>
          <a:xfrm>
            <a:off x="6035675" y="3888740"/>
            <a:ext cx="2068830" cy="8261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7" grpId="0"/>
      <p:bldP spid="7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3.2 </a:t>
            </a:r>
            <a:r>
              <a:rPr lang="en-US" altLang="zh-CN" sz="3600">
                <a:solidFill>
                  <a:schemeClr val="bg1"/>
                </a:solidFill>
                <a:cs typeface="Arial" panose="020B0604020202020204" pitchFamily="34" charset="0"/>
              </a:rPr>
              <a:t>spfa</a:t>
            </a:r>
            <a:endParaRPr lang="en-US" altLang="zh-CN" sz="360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850534" y="1130653"/>
            <a:ext cx="10491024" cy="1115224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2400"/>
              <a:t>聪明的你一定发现了，第一个最短路算法进行很多无意义的松弛操作，那么我们该如何优化他呢？</a:t>
            </a:r>
          </a:p>
        </p:txBody>
      </p:sp>
      <p:sp>
        <p:nvSpPr>
          <p:cNvPr id="3" name="文本框 2"/>
          <p:cNvSpPr txBox="1"/>
          <p:nvPr userDrawn="1"/>
        </p:nvSpPr>
        <p:spPr>
          <a:xfrm>
            <a:off x="884857" y="2910926"/>
            <a:ext cx="10456661" cy="1036056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2400" dirty="0"/>
              <a:t>我们只需要使用一个队列，将被松弛的点加入到队列中，然后后面再取出来，对这个点相邻的边进行一次松弛操作</a:t>
            </a:r>
          </a:p>
        </p:txBody>
      </p:sp>
      <p:sp>
        <p:nvSpPr>
          <p:cNvPr id="7" name="文本框 6"/>
          <p:cNvSpPr txBox="1"/>
          <p:nvPr userDrawn="1"/>
        </p:nvSpPr>
        <p:spPr>
          <a:xfrm>
            <a:off x="884817" y="2245827"/>
            <a:ext cx="8993741" cy="563649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zh-CN" altLang="en-US" sz="2400"/>
              <a:t>很显然只有被松弛过的点，才会对与他相邻的点产生影响</a:t>
            </a:r>
          </a:p>
        </p:txBody>
      </p:sp>
      <p:sp>
        <p:nvSpPr>
          <p:cNvPr id="8" name="文本框 7"/>
          <p:cNvSpPr txBox="1"/>
          <p:nvPr userDrawn="1"/>
        </p:nvSpPr>
        <p:spPr>
          <a:xfrm>
            <a:off x="2323253" y="4052815"/>
            <a:ext cx="6116955" cy="82994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接下来直接看题：</a:t>
            </a:r>
            <a:r>
              <a:rPr lang="en-US" altLang="zh-CN" sz="2400" dirty="0">
                <a:hlinkClick r:id="rId2"/>
              </a:rPr>
              <a:t>https://www.luogu.com.cn/problem/P3371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7" grpId="0"/>
      <p:bldP spid="7" grpId="1"/>
      <p:bldP spid="8" grpId="0"/>
      <p:bldP spid="8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3.2 </a:t>
            </a:r>
            <a:r>
              <a:rPr lang="en-US" altLang="zh-CN" sz="3600">
                <a:solidFill>
                  <a:schemeClr val="bg1"/>
                </a:solidFill>
                <a:cs typeface="Arial" panose="020B0604020202020204" pitchFamily="34" charset="0"/>
              </a:rPr>
              <a:t>spfa</a:t>
            </a:r>
            <a:endParaRPr lang="en-US" altLang="zh-CN" sz="3600">
              <a:solidFill>
                <a:schemeClr val="bg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75" y="-124738"/>
            <a:ext cx="4810125" cy="710910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81405" y="1197610"/>
            <a:ext cx="4813300" cy="1668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altLang="en-US"/>
              <a:t>对于</a:t>
            </a:r>
            <a:r>
              <a:rPr lang="en-US" altLang="zh-CN"/>
              <a:t>spfa</a:t>
            </a:r>
            <a:r>
              <a:rPr lang="zh-CN" altLang="en-US"/>
              <a:t>算法来说，随机数据时间复杂度可以做到</a:t>
            </a:r>
            <a:r>
              <a:rPr lang="en-US" altLang="zh-CN"/>
              <a:t>O(nlogn),</a:t>
            </a:r>
            <a:r>
              <a:rPr lang="zh-CN" altLang="en-US"/>
              <a:t>但是时间复杂度可以被人刻意卡到</a:t>
            </a:r>
            <a:r>
              <a:rPr lang="en-US" altLang="zh-CN"/>
              <a:t>O(nm).</a:t>
            </a:r>
          </a:p>
        </p:txBody>
      </p:sp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492125" y="3221990"/>
            <a:ext cx="3028315" cy="275082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4"/>
          <a:stretch>
            <a:fillRect/>
          </a:stretch>
        </p:blipFill>
        <p:spPr>
          <a:xfrm>
            <a:off x="3896995" y="3221990"/>
            <a:ext cx="3154045" cy="28524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562225" y="27527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众所周知：</a:t>
            </a:r>
            <a:r>
              <a:rPr lang="en-US" altLang="zh-CN"/>
              <a:t>nlogn=</a:t>
            </a:r>
            <a:r>
              <a:rPr lang="zh-CN" altLang="en-US"/>
              <a:t>奶龙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7" grpId="0"/>
      <p:bldP spid="7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3.3 Dijkstra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77315" y="1861820"/>
            <a:ext cx="10450830" cy="694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Dijkstra</a:t>
            </a:r>
            <a:r>
              <a:rPr lang="zh-CN" altLang="en-US"/>
              <a:t>是基于贪心，每次添加都添加当前已知距离源点最近的点</a:t>
            </a:r>
          </a:p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377315" y="2637155"/>
            <a:ext cx="113176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初始化</a:t>
            </a:r>
            <a:r>
              <a:rPr lang="en-US" altLang="zh-CN" dirty="0"/>
              <a:t>dis</a:t>
            </a:r>
            <a:r>
              <a:rPr lang="zh-CN" altLang="en-US" dirty="0"/>
              <a:t>(</a:t>
            </a:r>
            <a:r>
              <a:rPr lang="en-US" altLang="zh-CN" dirty="0"/>
              <a:t>s</a:t>
            </a:r>
            <a:r>
              <a:rPr lang="zh-CN" altLang="en-US" dirty="0"/>
              <a:t>) =0</a:t>
            </a:r>
            <a:r>
              <a:rPr lang="en-US" altLang="zh-CN" dirty="0"/>
              <a:t>,</a:t>
            </a:r>
            <a:r>
              <a:rPr lang="zh-CN" altLang="en-US" dirty="0"/>
              <a:t>其他点的</a:t>
            </a:r>
            <a:r>
              <a:rPr lang="en-US" altLang="zh-CN" dirty="0"/>
              <a:t>dis</a:t>
            </a:r>
            <a:r>
              <a:rPr lang="zh-CN" altLang="en-US" dirty="0"/>
              <a:t>都为</a:t>
            </a:r>
            <a:r>
              <a:rPr lang="en-US" altLang="zh-CN" dirty="0" err="1"/>
              <a:t>inf,s</a:t>
            </a:r>
            <a:r>
              <a:rPr lang="zh-CN" altLang="en-US" dirty="0"/>
              <a:t>在</a:t>
            </a:r>
            <a:r>
              <a:rPr lang="en-US" altLang="zh-CN" dirty="0"/>
              <a:t>S</a:t>
            </a:r>
            <a:r>
              <a:rPr lang="zh-CN" altLang="en-US" dirty="0"/>
              <a:t>集合中，其他均在</a:t>
            </a:r>
            <a:r>
              <a:rPr lang="en-US" altLang="zh-CN" dirty="0"/>
              <a:t>T</a:t>
            </a:r>
            <a:r>
              <a:rPr lang="zh-CN" altLang="en-US" dirty="0"/>
              <a:t>集合中</a:t>
            </a:r>
            <a:endParaRPr lang="en-US" altLang="zh-CN" dirty="0"/>
          </a:p>
          <a:p>
            <a:r>
              <a:rPr lang="zh-CN" altLang="en-US" dirty="0"/>
              <a:t>然后重复这些操作：</a:t>
            </a:r>
            <a:endParaRPr lang="en-US" altLang="zh-CN" dirty="0"/>
          </a:p>
          <a:p>
            <a:r>
              <a:rPr lang="zh-CN" altLang="en-US" dirty="0"/>
              <a:t>从 </a:t>
            </a:r>
            <a:r>
              <a:rPr lang="en-US" altLang="zh-CN" dirty="0"/>
              <a:t>T </a:t>
            </a:r>
            <a:r>
              <a:rPr lang="zh-CN" altLang="en-US" dirty="0"/>
              <a:t>集合中，选取一个最短路长度最小的结点，移到 </a:t>
            </a:r>
            <a:r>
              <a:rPr lang="en-US" altLang="zh-CN" dirty="0"/>
              <a:t>S </a:t>
            </a:r>
            <a:r>
              <a:rPr lang="zh-CN" altLang="en-US" dirty="0"/>
              <a:t>集合中．</a:t>
            </a:r>
          </a:p>
          <a:p>
            <a:r>
              <a:rPr lang="zh-CN" altLang="en-US" dirty="0"/>
              <a:t>对那些刚刚被加入 </a:t>
            </a:r>
            <a:r>
              <a:rPr lang="en-US" altLang="zh-CN" dirty="0"/>
              <a:t>S </a:t>
            </a:r>
            <a:r>
              <a:rPr lang="zh-CN" altLang="en-US" dirty="0"/>
              <a:t>集合的结点的所有出边执行松弛操作．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377315" y="1066800"/>
            <a:ext cx="8207375" cy="795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spfa</a:t>
            </a:r>
            <a:r>
              <a:rPr lang="zh-CN" altLang="en-US"/>
              <a:t>时间复杂度还是太大了，然后我们该怎么办呢？对于一些没有负权的图，我们可以使用</a:t>
            </a:r>
            <a:r>
              <a:rPr lang="en-US" altLang="zh-CN"/>
              <a:t>Dijkstra</a:t>
            </a:r>
          </a:p>
        </p:txBody>
      </p:sp>
      <p:pic>
        <p:nvPicPr>
          <p:cNvPr id="3" name="图片 2" descr="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4423" y="1418272"/>
            <a:ext cx="3236595" cy="56064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03095" y="4221480"/>
            <a:ext cx="4932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直接进行模拟，时间复杂度是</a:t>
            </a:r>
            <a:r>
              <a:rPr lang="en-US" altLang="zh-CN"/>
              <a:t>O(n^2+m)</a:t>
            </a:r>
            <a:r>
              <a:rPr lang="zh-CN" altLang="en-US"/>
              <a:t>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8" grpId="0"/>
      <p:bldP spid="18" grpId="1"/>
      <p:bldP spid="19" grpId="0"/>
      <p:bldP spid="19" grpId="1"/>
      <p:bldP spid="4" grpId="0"/>
      <p:bldP spid="4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3.3 Dijkstra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356870" y="2602230"/>
            <a:ext cx="2065020" cy="24117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3555" y="1229995"/>
            <a:ext cx="1665605" cy="17913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很明显直接模拟的话时间复杂度还是太大了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030345" y="1259205"/>
            <a:ext cx="7450455" cy="1858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此时我们发现我们注意一下这个算法的瓶颈是在于查找距离</a:t>
            </a:r>
            <a:r>
              <a:rPr lang="en-US" altLang="zh-CN"/>
              <a:t>S</a:t>
            </a:r>
            <a:r>
              <a:rPr lang="zh-CN" altLang="en-US"/>
              <a:t>集合最近的点，就是查找最小值，聪明的你一定想到了，小根堆这个容器，它支持</a:t>
            </a:r>
            <a:r>
              <a:rPr lang="en-US" altLang="zh-CN"/>
              <a:t>logn</a:t>
            </a:r>
            <a:r>
              <a:rPr lang="zh-CN" altLang="en-US"/>
              <a:t>时间复杂度的查找与删除最小值的操作，但是小根堆似乎实现起来有些麻烦，我们发现</a:t>
            </a:r>
            <a:r>
              <a:rPr lang="en-US" altLang="zh-CN"/>
              <a:t>STL</a:t>
            </a:r>
            <a:r>
              <a:rPr lang="zh-CN" altLang="en-US"/>
              <a:t>中的</a:t>
            </a:r>
            <a:r>
              <a:rPr lang="en-US" altLang="zh-CN"/>
              <a:t>priority_queue</a:t>
            </a:r>
            <a:r>
              <a:rPr lang="zh-CN" altLang="en-US"/>
              <a:t>是基于堆的，我们直接拿过来用就行了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124960" y="2830195"/>
            <a:ext cx="45104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也是直接看题：</a:t>
            </a:r>
            <a:r>
              <a:rPr lang="en-US" altLang="zh-CN"/>
              <a:t>https://www.luogu.com.cn/problem/P4779</a:t>
            </a:r>
          </a:p>
        </p:txBody>
      </p:sp>
      <p:pic>
        <p:nvPicPr>
          <p:cNvPr id="9" name="图片 8" descr="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265" y="2484120"/>
            <a:ext cx="3409315" cy="4218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7" grpId="0"/>
      <p:bldP spid="7" grpId="1"/>
      <p:bldP spid="8" grpId="0"/>
      <p:bldP spid="8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3.4 floyd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635000" y="1212850"/>
                <a:ext cx="805861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在介绍</a:t>
                </a:r>
                <a:r>
                  <a:rPr lang="en-US" altLang="zh-CN" dirty="0" err="1"/>
                  <a:t>floyd</a:t>
                </a:r>
                <a:r>
                  <a:rPr lang="zh-CN" altLang="en-US" dirty="0"/>
                  <a:t>求最短路之前，我们应当知道该算法的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时间复杂度</a:t>
                </a:r>
                <a:r>
                  <a:rPr lang="zh-CN" altLang="en-US" dirty="0"/>
                  <a:t>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空间复杂度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时间复杂度 </a:t>
                </a:r>
                <a:r>
                  <a:rPr lang="en-US" altLang="zh-CN" dirty="0"/>
                  <a:t>: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1" dirty="0"/>
                  <a:t>   </a:t>
                </a:r>
                <a:r>
                  <a:rPr lang="en-US" altLang="zh-CN" dirty="0"/>
                  <a:t>		</a:t>
                </a:r>
                <a:r>
                  <a:rPr lang="zh-CN" altLang="en-US" dirty="0"/>
                  <a:t>空间复杂度 </a:t>
                </a:r>
                <a:r>
                  <a:rPr lang="en-US" altLang="zh-CN" dirty="0"/>
                  <a:t>: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1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" y="1212850"/>
                <a:ext cx="8058616" cy="923330"/>
              </a:xfrm>
              <a:prstGeom prst="rect">
                <a:avLst/>
              </a:prstGeom>
              <a:blipFill rotWithShape="1">
                <a:blip r:embed="rId2"/>
                <a:stretch>
                  <a:fillRect r="6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635000" y="3289300"/>
            <a:ext cx="815479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其次，我们应当了解该算法可以解决什么问题：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对于图中带有</a:t>
            </a:r>
            <a:r>
              <a:rPr lang="zh-CN" altLang="en-US" dirty="0">
                <a:solidFill>
                  <a:srgbClr val="FF0000"/>
                </a:solidFill>
              </a:rPr>
              <a:t>负权边</a:t>
            </a:r>
            <a:r>
              <a:rPr lang="zh-CN" altLang="en-US" dirty="0"/>
              <a:t>的图求最短路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对于一个图需要不断访问</a:t>
            </a:r>
            <a:r>
              <a:rPr lang="zh-CN" altLang="en-US" dirty="0">
                <a:solidFill>
                  <a:srgbClr val="FF0000"/>
                </a:solidFill>
              </a:rPr>
              <a:t>新起点</a:t>
            </a:r>
            <a:r>
              <a:rPr lang="zh-CN" altLang="en-US" dirty="0"/>
              <a:t>求多次最短路（即多源最短路</a:t>
            </a:r>
            <a:r>
              <a:rPr lang="en-US" altLang="zh-CN" dirty="0"/>
              <a:t>/</a:t>
            </a:r>
            <a:r>
              <a:rPr lang="zh-CN" altLang="en-US" dirty="0"/>
              <a:t>全源最短路）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图的边界很小（即</a:t>
            </a:r>
            <a:r>
              <a:rPr lang="en-US" altLang="zh-CN" dirty="0"/>
              <a:t>n &lt;= 500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0" y="2533650"/>
            <a:ext cx="12192000" cy="374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650" y="4853658"/>
            <a:ext cx="580760" cy="65073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3.4 floyd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8423" y="1397577"/>
            <a:ext cx="6442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接下来我们需要该最短路算法的前置知识：</a:t>
            </a:r>
            <a:r>
              <a:rPr lang="zh-CN" altLang="en-US" b="1" dirty="0"/>
              <a:t>动态规划</a:t>
            </a:r>
            <a:r>
              <a:rPr lang="zh-CN" altLang="en-US" dirty="0"/>
              <a:t>（即</a:t>
            </a:r>
            <a:r>
              <a:rPr lang="en-US" altLang="zh-CN" dirty="0" err="1"/>
              <a:t>dp</a:t>
            </a:r>
            <a:r>
              <a:rPr lang="zh-CN" altLang="en-US" dirty="0"/>
              <a:t>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88423" y="1885949"/>
            <a:ext cx="757130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zh-CN" altLang="en-US" b="1" dirty="0"/>
              <a:t>内容</a:t>
            </a:r>
            <a:r>
              <a:rPr lang="zh-CN" altLang="en-US" dirty="0"/>
              <a:t>：</a:t>
            </a:r>
          </a:p>
          <a:p>
            <a:pPr lvl="1" fontAlgn="base"/>
            <a:r>
              <a:rPr lang="en-US" altLang="zh-CN" dirty="0"/>
              <a:t>DP </a:t>
            </a:r>
            <a:r>
              <a:rPr lang="zh-CN" altLang="en-US" dirty="0"/>
              <a:t>不是具体代码模板，而是一种对一个问题的转化</a:t>
            </a:r>
            <a:endParaRPr lang="en-US" altLang="zh-CN" dirty="0"/>
          </a:p>
          <a:p>
            <a:pPr lvl="1" fontAlgn="base"/>
            <a:r>
              <a:rPr lang="zh-CN" altLang="en-US" dirty="0"/>
              <a:t>任何 </a:t>
            </a:r>
            <a:r>
              <a:rPr lang="en-US" altLang="zh-CN" dirty="0"/>
              <a:t>DP </a:t>
            </a:r>
            <a:r>
              <a:rPr lang="zh-CN" altLang="en-US" dirty="0"/>
              <a:t>问题都包含三个核心概念：</a:t>
            </a:r>
          </a:p>
          <a:p>
            <a:pPr lvl="2" fontAlgn="base"/>
            <a:r>
              <a:rPr lang="zh-CN" altLang="en-US" b="1" dirty="0"/>
              <a:t>阶段</a:t>
            </a:r>
            <a:r>
              <a:rPr lang="zh-CN" altLang="en-US" dirty="0"/>
              <a:t>：问题按什么顺序被切片推进（规模、时间、个数</a:t>
            </a:r>
            <a:r>
              <a:rPr lang="en-US" altLang="zh-CN" dirty="0"/>
              <a:t>……</a:t>
            </a:r>
            <a:r>
              <a:rPr lang="zh-CN" altLang="en-US" dirty="0"/>
              <a:t>）</a:t>
            </a:r>
          </a:p>
          <a:p>
            <a:pPr lvl="2" fontAlgn="base"/>
            <a:r>
              <a:rPr lang="zh-CN" altLang="en-US" b="1" dirty="0"/>
              <a:t>状态</a:t>
            </a:r>
            <a:r>
              <a:rPr lang="zh-CN" altLang="en-US" dirty="0"/>
              <a:t>：每个阶段的一个</a:t>
            </a:r>
            <a:r>
              <a:rPr lang="en-US" altLang="zh-CN" dirty="0"/>
              <a:t>"</a:t>
            </a:r>
            <a:r>
              <a:rPr lang="zh-CN" altLang="en-US" dirty="0"/>
              <a:t>快照</a:t>
            </a:r>
            <a:r>
              <a:rPr lang="en-US" altLang="zh-CN" dirty="0"/>
              <a:t>"</a:t>
            </a:r>
            <a:r>
              <a:rPr lang="zh-CN" altLang="en-US" dirty="0"/>
              <a:t>，包含后续决策所需的全部信息</a:t>
            </a:r>
          </a:p>
          <a:p>
            <a:pPr lvl="2" fontAlgn="base"/>
            <a:r>
              <a:rPr lang="zh-CN" altLang="en-US" b="1" dirty="0"/>
              <a:t>转移</a:t>
            </a:r>
            <a:r>
              <a:rPr lang="zh-CN" altLang="en-US" dirty="0"/>
              <a:t>：从前一阶段（或几个状态）推导当前状态的规则</a:t>
            </a:r>
          </a:p>
          <a:p>
            <a:pPr lvl="1" fontAlgn="base"/>
            <a:r>
              <a:rPr lang="zh-CN" altLang="en-US" dirty="0"/>
              <a:t>以及一个重要特性前提：</a:t>
            </a:r>
            <a:endParaRPr lang="en-US" altLang="zh-CN" dirty="0"/>
          </a:p>
          <a:p>
            <a:pPr lvl="1" fontAlgn="base"/>
            <a:r>
              <a:rPr lang="en-US" altLang="zh-CN" b="1" dirty="0"/>
              <a:t>	</a:t>
            </a:r>
            <a:r>
              <a:rPr lang="zh-CN" altLang="en-US" b="1" dirty="0"/>
              <a:t>无后效性</a:t>
            </a:r>
            <a:r>
              <a:rPr lang="en-US" altLang="zh-CN" dirty="0"/>
              <a:t>——</a:t>
            </a:r>
            <a:r>
              <a:rPr lang="zh-CN" altLang="en-US" dirty="0"/>
              <a:t>到达同一状态后，未来与历史路径无关</a:t>
            </a:r>
          </a:p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35182" y="4987636"/>
            <a:ext cx="6508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例题：</a:t>
            </a:r>
            <a:r>
              <a:rPr lang="en-US" altLang="zh-CN" dirty="0"/>
              <a:t>        </a:t>
            </a:r>
            <a:r>
              <a:rPr lang="zh-CN" altLang="en-US" dirty="0"/>
              <a:t>洛谷</a:t>
            </a:r>
            <a:r>
              <a:rPr lang="en-US" altLang="zh-CN" b="1" dirty="0">
                <a:hlinkClick r:id="rId3"/>
              </a:rPr>
              <a:t>U224502</a:t>
            </a:r>
            <a:r>
              <a:rPr lang="zh-CN" altLang="en-US" b="1" dirty="0"/>
              <a:t> 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3.4 floyd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705745" y="888176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U224502</a:t>
            </a:r>
          </a:p>
          <a:p>
            <a:endParaRPr lang="zh-CN" altLang="en-US" dirty="0"/>
          </a:p>
        </p:txBody>
      </p:sp>
      <p:sp>
        <p:nvSpPr>
          <p:cNvPr id="45" name="文本框 44"/>
          <p:cNvSpPr txBox="1"/>
          <p:nvPr/>
        </p:nvSpPr>
        <p:spPr>
          <a:xfrm>
            <a:off x="1266155" y="1332269"/>
            <a:ext cx="628890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题意 ：从 </a:t>
            </a:r>
            <a:r>
              <a:rPr lang="en-US" altLang="zh-CN" i="1" dirty="0"/>
              <a:t>N</a:t>
            </a:r>
            <a:r>
              <a:rPr lang="zh-CN" altLang="en-US" dirty="0"/>
              <a:t> 家店铺中选若干家盗窃，</a:t>
            </a:r>
            <a:r>
              <a:rPr lang="zh-CN" altLang="en-US" b="1" dirty="0"/>
              <a:t>不能选相邻的两家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dirty="0"/>
              <a:t>目标 ：最大化盗窃总金额。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输入</a:t>
            </a:r>
            <a:r>
              <a:rPr lang="zh-CN" altLang="en-US" dirty="0"/>
              <a:t>：</a:t>
            </a:r>
            <a:r>
              <a:rPr lang="en-US" altLang="zh-CN" i="1" dirty="0"/>
              <a:t>T</a:t>
            </a:r>
            <a:r>
              <a:rPr lang="zh-CN" altLang="en-US" dirty="0"/>
              <a:t> 组数据，每组给出 </a:t>
            </a:r>
            <a:r>
              <a:rPr lang="en-US" altLang="zh-CN" i="1" dirty="0"/>
              <a:t>N</a:t>
            </a:r>
            <a:r>
              <a:rPr lang="zh-CN" altLang="en-US" dirty="0"/>
              <a:t> 和 </a:t>
            </a:r>
            <a:r>
              <a:rPr lang="en-US" altLang="zh-CN" i="1" dirty="0"/>
              <a:t>N</a:t>
            </a:r>
            <a:r>
              <a:rPr lang="zh-CN" altLang="en-US" dirty="0"/>
              <a:t> 个正整数（店铺现金）。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约束</a:t>
            </a:r>
            <a:r>
              <a:rPr lang="zh-CN" altLang="en-US" dirty="0"/>
              <a:t>：</a:t>
            </a:r>
            <a:r>
              <a:rPr lang="en-US" altLang="zh-CN" dirty="0"/>
              <a:t>1≤</a:t>
            </a:r>
            <a:r>
              <a:rPr lang="en-US" altLang="zh-CN" i="1" dirty="0"/>
              <a:t>T</a:t>
            </a:r>
            <a:r>
              <a:rPr lang="zh-CN" altLang="en-US" dirty="0"/>
              <a:t>≤</a:t>
            </a:r>
            <a:r>
              <a:rPr lang="en-US" altLang="zh-CN" dirty="0"/>
              <a:t>50</a:t>
            </a:r>
            <a:r>
              <a:rPr lang="zh-CN" altLang="en-US" dirty="0"/>
              <a:t> ，</a:t>
            </a:r>
            <a:r>
              <a:rPr lang="en-US" altLang="zh-CN" dirty="0"/>
              <a:t>1≤</a:t>
            </a:r>
            <a:r>
              <a:rPr lang="en-US" altLang="zh-CN" i="1" dirty="0"/>
              <a:t>N</a:t>
            </a:r>
            <a:r>
              <a:rPr lang="zh-CN" altLang="en-US" dirty="0"/>
              <a:t>≤</a:t>
            </a:r>
            <a:r>
              <a:rPr lang="en-US" altLang="zh-CN" dirty="0"/>
              <a:t>105</a:t>
            </a:r>
            <a:r>
              <a:rPr lang="zh-CN" altLang="en-US" dirty="0"/>
              <a:t> ，现金 ≤</a:t>
            </a:r>
            <a:r>
              <a:rPr lang="en-US" altLang="zh-CN" dirty="0"/>
              <a:t>1000</a:t>
            </a:r>
            <a:r>
              <a:rPr lang="zh-CN" altLang="en-US" dirty="0"/>
              <a:t> 。</a:t>
            </a:r>
            <a:endParaRPr lang="en-US" altLang="zh-CN" dirty="0"/>
          </a:p>
        </p:txBody>
      </p:sp>
      <p:sp>
        <p:nvSpPr>
          <p:cNvPr id="47" name="文本框 46"/>
          <p:cNvSpPr txBox="1"/>
          <p:nvPr/>
        </p:nvSpPr>
        <p:spPr>
          <a:xfrm>
            <a:off x="705745" y="3525743"/>
            <a:ext cx="5711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我们假定状态</a:t>
            </a:r>
            <a:r>
              <a:rPr lang="en-US" altLang="zh-CN" dirty="0" err="1"/>
              <a:t>dp</a:t>
            </a:r>
            <a:r>
              <a:rPr lang="en-US" altLang="zh-CN" dirty="0"/>
              <a:t>[x] </a:t>
            </a:r>
            <a:r>
              <a:rPr lang="zh-CN" altLang="en-US" dirty="0"/>
              <a:t>的含义为</a:t>
            </a:r>
            <a:r>
              <a:rPr lang="zh-CN" altLang="en-US" b="1" dirty="0"/>
              <a:t>第</a:t>
            </a:r>
            <a:r>
              <a:rPr lang="en-US" altLang="zh-CN" b="1" dirty="0"/>
              <a:t>x</a:t>
            </a:r>
            <a:r>
              <a:rPr lang="zh-CN" altLang="en-US" b="1" dirty="0"/>
              <a:t>家之前的最大盗窃金额</a:t>
            </a:r>
            <a:endParaRPr lang="en-US" altLang="zh-CN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705745" y="4057224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按照从第一家一直到第</a:t>
            </a:r>
            <a:r>
              <a:rPr lang="en-US" altLang="zh-CN" dirty="0"/>
              <a:t>n</a:t>
            </a:r>
            <a:r>
              <a:rPr lang="zh-CN" altLang="en-US" dirty="0"/>
              <a:t>家的顺序推进（</a:t>
            </a:r>
            <a:r>
              <a:rPr lang="en-US" altLang="zh-CN" dirty="0"/>
              <a:t>1-n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50" name="文本框 49"/>
          <p:cNvSpPr txBox="1"/>
          <p:nvPr/>
        </p:nvSpPr>
        <p:spPr>
          <a:xfrm>
            <a:off x="705745" y="4588705"/>
            <a:ext cx="10572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我们观察题意可以知道不能选相邻的两家，如果</a:t>
            </a:r>
            <a:r>
              <a:rPr lang="en-US" altLang="zh-CN" dirty="0" err="1"/>
              <a:t>dp</a:t>
            </a:r>
            <a:r>
              <a:rPr lang="zh-CN" altLang="en-US" dirty="0"/>
              <a:t>状态到达</a:t>
            </a:r>
            <a:r>
              <a:rPr lang="en-US" altLang="zh-CN" dirty="0" err="1"/>
              <a:t>dp</a:t>
            </a:r>
            <a:r>
              <a:rPr lang="en-US" altLang="zh-CN" dirty="0"/>
              <a:t>[n]</a:t>
            </a:r>
            <a:r>
              <a:rPr lang="zh-CN" altLang="en-US" dirty="0"/>
              <a:t>时 </a:t>
            </a:r>
            <a:r>
              <a:rPr lang="en-US" altLang="zh-CN" dirty="0"/>
              <a:t>: </a:t>
            </a:r>
            <a:r>
              <a:rPr lang="zh-CN" altLang="en-US" dirty="0"/>
              <a:t>选择</a:t>
            </a:r>
            <a:r>
              <a:rPr lang="en-US" altLang="zh-CN" dirty="0"/>
              <a:t>v[n]</a:t>
            </a:r>
            <a:r>
              <a:rPr lang="zh-CN" altLang="en-US" dirty="0"/>
              <a:t>的话就只能将</a:t>
            </a:r>
            <a:r>
              <a:rPr lang="en-US" altLang="zh-CN" dirty="0" err="1"/>
              <a:t>dp</a:t>
            </a:r>
            <a:r>
              <a:rPr lang="en-US" altLang="zh-CN" dirty="0"/>
              <a:t>[n]</a:t>
            </a:r>
            <a:r>
              <a:rPr lang="zh-CN" altLang="en-US" dirty="0"/>
              <a:t>转移为</a:t>
            </a:r>
            <a:endParaRPr lang="en-US" altLang="zh-CN" dirty="0"/>
          </a:p>
          <a:p>
            <a:r>
              <a:rPr lang="en-US" altLang="zh-CN" dirty="0" err="1"/>
              <a:t>dp</a:t>
            </a:r>
            <a:r>
              <a:rPr lang="en-US" altLang="zh-CN" dirty="0"/>
              <a:t>[n-2] + a[</a:t>
            </a:r>
            <a:r>
              <a:rPr lang="en-US" altLang="zh-CN" dirty="0" err="1"/>
              <a:t>i</a:t>
            </a:r>
            <a:r>
              <a:rPr lang="en-US" altLang="zh-CN" dirty="0"/>
              <a:t>] , </a:t>
            </a:r>
            <a:r>
              <a:rPr lang="zh-CN" altLang="en-US" dirty="0"/>
              <a:t>或者 </a:t>
            </a:r>
            <a:r>
              <a:rPr lang="en-US" altLang="zh-CN" dirty="0" err="1"/>
              <a:t>dp</a:t>
            </a:r>
            <a:r>
              <a:rPr lang="en-US" altLang="zh-CN" dirty="0"/>
              <a:t>[n-1]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/>
              <p:cNvSpPr txBox="1"/>
              <p:nvPr/>
            </p:nvSpPr>
            <p:spPr>
              <a:xfrm>
                <a:off x="971880" y="5384912"/>
                <a:ext cx="9070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那么我们可以得到状态转移方程</a:t>
                </a:r>
                <a:r>
                  <a:rPr lang="en-US" altLang="zh-CN" dirty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box>
                      <m:box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≔</m:t>
                        </m:r>
                      </m:e>
                    </m:box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pl-PL" altLang="zh-CN" dirty="0"/>
              </a:p>
            </p:txBody>
          </p:sp>
        </mc:Choice>
        <mc:Fallback xmlns=""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880" y="5384912"/>
                <a:ext cx="9070357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4" t="-30" r="4" b="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文本框 51"/>
          <p:cNvSpPr txBox="1"/>
          <p:nvPr/>
        </p:nvSpPr>
        <p:spPr>
          <a:xfrm>
            <a:off x="6684943" y="3646329"/>
            <a:ext cx="48974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zh-CN" altLang="en-US" b="1" dirty="0"/>
              <a:t>不偷第 </a:t>
            </a:r>
            <a:r>
              <a:rPr lang="en-US" altLang="zh-CN" b="1" dirty="0" err="1"/>
              <a:t>i</a:t>
            </a:r>
            <a:r>
              <a:rPr lang="en-US" altLang="zh-CN" b="1" dirty="0"/>
              <a:t> </a:t>
            </a:r>
            <a:r>
              <a:rPr lang="zh-CN" altLang="en-US" b="1" dirty="0"/>
              <a:t>家：金额保持为 </a:t>
            </a:r>
            <a:r>
              <a:rPr lang="en-US" altLang="zh-CN" b="1" dirty="0"/>
              <a:t>dpi−1​ </a:t>
            </a:r>
          </a:p>
          <a:p>
            <a:pPr fontAlgn="base"/>
            <a:r>
              <a:rPr lang="zh-CN" altLang="en-US" b="1" dirty="0"/>
              <a:t>偷第 </a:t>
            </a:r>
            <a:r>
              <a:rPr lang="en-US" altLang="zh-CN" b="1" dirty="0" err="1"/>
              <a:t>i</a:t>
            </a:r>
            <a:r>
              <a:rPr lang="en-US" altLang="zh-CN" b="1" dirty="0"/>
              <a:t> </a:t>
            </a:r>
            <a:r>
              <a:rPr lang="zh-CN" altLang="en-US" b="1" dirty="0"/>
              <a:t>家：不能偷第 </a:t>
            </a:r>
            <a:r>
              <a:rPr lang="en-US" altLang="zh-CN" b="1" dirty="0"/>
              <a:t>i−1 </a:t>
            </a:r>
            <a:r>
              <a:rPr lang="zh-CN" altLang="en-US" b="1" dirty="0"/>
              <a:t>家，金额为 </a:t>
            </a:r>
            <a:r>
              <a:rPr lang="en-US" altLang="zh-CN" b="1" dirty="0"/>
              <a:t>dpi−2​+ai​ </a:t>
            </a:r>
          </a:p>
          <a:p>
            <a:pPr fontAlgn="base"/>
            <a:r>
              <a:rPr lang="zh-CN" altLang="en-US" b="1" dirty="0"/>
              <a:t>两者取最大值即为最优决策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0" grpId="0"/>
      <p:bldP spid="51" grpId="0"/>
      <p:bldP spid="5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3.4 floyd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239656" y="1485133"/>
            <a:ext cx="6673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在了解了动态规划相关的知识后，</a:t>
            </a:r>
            <a:r>
              <a:rPr lang="en-US" altLang="zh-CN" dirty="0" err="1"/>
              <a:t>floyd</a:t>
            </a:r>
            <a:r>
              <a:rPr lang="zh-CN" altLang="en-US" dirty="0"/>
              <a:t>的实现思路就比较易懂了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39656" y="2497588"/>
            <a:ext cx="7015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我们先将一个图存到邻接矩阵中，</a:t>
            </a:r>
            <a:r>
              <a:rPr lang="en-US" altLang="zh-CN" b="1" dirty="0" err="1"/>
              <a:t>dp</a:t>
            </a:r>
            <a:r>
              <a:rPr lang="en-US" altLang="zh-CN" b="1" dirty="0"/>
              <a:t>[u][v]</a:t>
            </a:r>
            <a:r>
              <a:rPr lang="zh-CN" altLang="en-US" b="1" dirty="0"/>
              <a:t>则代表从</a:t>
            </a:r>
            <a:r>
              <a:rPr lang="en-US" altLang="zh-CN" b="1" dirty="0"/>
              <a:t>u</a:t>
            </a:r>
            <a:r>
              <a:rPr lang="zh-CN" altLang="en-US" b="1" dirty="0"/>
              <a:t>点到</a:t>
            </a:r>
            <a:r>
              <a:rPr lang="en-US" altLang="zh-CN" b="1" dirty="0"/>
              <a:t>v</a:t>
            </a:r>
            <a:r>
              <a:rPr lang="zh-CN" altLang="en-US" b="1" dirty="0"/>
              <a:t>点的权值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239656" y="3185481"/>
                <a:ext cx="71929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我们定义状态：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i="1" dirty="0"/>
                  <a:t>  </a:t>
                </a:r>
                <a:r>
                  <a:rPr lang="zh-CN" altLang="en-US" dirty="0"/>
                  <a:t>在当前阶段下，已知从 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到 </a:t>
                </a:r>
                <a:r>
                  <a:rPr lang="en-US" altLang="zh-CN" dirty="0"/>
                  <a:t>j </a:t>
                </a:r>
                <a:r>
                  <a:rPr lang="zh-CN" altLang="en-US" dirty="0"/>
                  <a:t>的最短路径长度</a:t>
                </a: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656" y="3185481"/>
                <a:ext cx="7192995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2" t="-87" r="7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1239656" y="3785646"/>
            <a:ext cx="2845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定义阶段：</a:t>
            </a:r>
            <a:r>
              <a:rPr lang="en-US" altLang="zh-CN" b="1" dirty="0"/>
              <a:t>k</a:t>
            </a:r>
            <a:r>
              <a:rPr lang="zh-CN" altLang="en-US" dirty="0"/>
              <a:t>从</a:t>
            </a:r>
            <a:r>
              <a:rPr lang="en-US" altLang="zh-CN" dirty="0"/>
              <a:t>1</a:t>
            </a:r>
            <a:r>
              <a:rPr lang="zh-CN" altLang="en-US" dirty="0"/>
              <a:t>到</a:t>
            </a:r>
            <a:r>
              <a:rPr lang="en-US" altLang="zh-CN" dirty="0"/>
              <a:t>n (1~n)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239656" y="4489714"/>
                <a:ext cx="751802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状态转移：对于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 -&gt; j , </a:t>
                </a:r>
                <a:r>
                  <a:rPr lang="zh-CN" altLang="en-US" dirty="0"/>
                  <a:t>是否经过了</a:t>
                </a:r>
                <a:r>
                  <a:rPr lang="en-US" altLang="zh-CN" dirty="0"/>
                  <a:t>k 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r>
                  <a:rPr lang="en-US" altLang="zh-CN" dirty="0"/>
                  <a:t>	</a:t>
                </a:r>
                <a:r>
                  <a:rPr lang="zh-CN" altLang="en-US" dirty="0"/>
                  <a:t>如果经过了</a:t>
                </a:r>
                <a:r>
                  <a:rPr lang="en-US" altLang="zh-CN" dirty="0"/>
                  <a:t>k , </a:t>
                </a:r>
                <a:r>
                  <a:rPr lang="zh-CN" altLang="en-US" dirty="0"/>
                  <a:t>那么 状态转移 ：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] + 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dirty="0"/>
              </a:p>
              <a:p>
                <a:r>
                  <a:rPr lang="en-US" altLang="zh-CN" dirty="0"/>
                  <a:t>	</a:t>
                </a:r>
                <a:r>
                  <a:rPr lang="zh-CN" altLang="en-US" dirty="0"/>
                  <a:t>如果不经过</a:t>
                </a:r>
                <a:r>
                  <a:rPr lang="en-US" altLang="zh-CN" dirty="0"/>
                  <a:t>k , </a:t>
                </a:r>
                <a:r>
                  <a:rPr lang="zh-CN" altLang="en-US" dirty="0"/>
                  <a:t>那么转移到 </a:t>
                </a:r>
                <a:r>
                  <a:rPr lang="en-US" altLang="zh-CN" dirty="0"/>
                  <a:t>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656" y="4489714"/>
                <a:ext cx="7518020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2" t="-29" r="5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1239656" y="1978186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模板题：</a:t>
            </a:r>
            <a:r>
              <a:rPr lang="zh-CN" altLang="en-US" dirty="0">
                <a:hlinkClick r:id="rId4"/>
              </a:rPr>
              <a:t>洛谷</a:t>
            </a:r>
            <a:r>
              <a:rPr lang="en-US" altLang="zh-CN" dirty="0">
                <a:hlinkClick r:id="rId4"/>
              </a:rPr>
              <a:t>B3647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3.4 floyd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68" y="705485"/>
            <a:ext cx="3941611" cy="61939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421997" y="1120676"/>
            <a:ext cx="480131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注意 ： </a:t>
            </a:r>
            <a:endParaRPr lang="en-US" altLang="zh-CN" b="1" dirty="0"/>
          </a:p>
          <a:p>
            <a:r>
              <a:rPr lang="en-US" altLang="zh-CN" b="1" dirty="0"/>
              <a:t>	</a:t>
            </a:r>
            <a:r>
              <a:rPr lang="zh-CN" altLang="en-US" dirty="0"/>
              <a:t>对</a:t>
            </a:r>
            <a:r>
              <a:rPr lang="en-US" altLang="zh-CN" dirty="0" err="1"/>
              <a:t>dp</a:t>
            </a:r>
            <a:r>
              <a:rPr lang="zh-CN" altLang="en-US" dirty="0"/>
              <a:t>数组的初始化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	</a:t>
            </a:r>
            <a:r>
              <a:rPr lang="zh-CN" altLang="en-US" b="1" dirty="0"/>
              <a:t>题干中对无向图（双向存储）的描述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	</a:t>
            </a:r>
            <a:r>
              <a:rPr lang="zh-CN" altLang="en-US" dirty="0"/>
              <a:t>状态转移公式的正确性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	</a:t>
            </a:r>
            <a:r>
              <a:rPr lang="zh-CN" altLang="en-US" dirty="0"/>
              <a:t>边界处理</a:t>
            </a:r>
            <a:endParaRPr lang="zh-CN" alt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4845AA6-6F87-0831-1156-EB2A94FB9E88}"/>
                  </a:ext>
                </a:extLst>
              </p14:cNvPr>
              <p14:cNvContentPartPr/>
              <p14:nvPr/>
            </p14:nvContentPartPr>
            <p14:xfrm>
              <a:off x="5782115" y="3589634"/>
              <a:ext cx="5760" cy="16812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4845AA6-6F87-0831-1156-EB2A94FB9E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75995" y="3583514"/>
                <a:ext cx="1800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2B071C99-7008-B138-6680-6E69677B5825}"/>
                  </a:ext>
                </a:extLst>
              </p14:cNvPr>
              <p14:cNvContentPartPr/>
              <p14:nvPr/>
            </p14:nvContentPartPr>
            <p14:xfrm>
              <a:off x="5557835" y="3524114"/>
              <a:ext cx="412200" cy="4143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2B071C99-7008-B138-6680-6E69677B58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51715" y="3517994"/>
                <a:ext cx="424440" cy="42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22CC4F6D-112F-FE04-D219-4AFEF2F5699B}"/>
              </a:ext>
            </a:extLst>
          </p:cNvPr>
          <p:cNvGrpSpPr/>
          <p:nvPr/>
        </p:nvGrpSpPr>
        <p:grpSpPr>
          <a:xfrm>
            <a:off x="5932955" y="3906794"/>
            <a:ext cx="1351440" cy="639360"/>
            <a:chOff x="5932955" y="3906794"/>
            <a:chExt cx="1351440" cy="63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6421D5C1-7FC7-2E8E-71DA-D558AF59F7E4}"/>
                    </a:ext>
                  </a:extLst>
                </p14:cNvPr>
                <p14:cNvContentPartPr/>
                <p14:nvPr/>
              </p14:nvContentPartPr>
              <p14:xfrm>
                <a:off x="5932955" y="3906794"/>
                <a:ext cx="905760" cy="44532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6421D5C1-7FC7-2E8E-71DA-D558AF59F7E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26835" y="3900674"/>
                  <a:ext cx="91800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745B3263-0A90-93E8-701D-F09C02CAC5C2}"/>
                    </a:ext>
                  </a:extLst>
                </p14:cNvPr>
                <p14:cNvContentPartPr/>
                <p14:nvPr/>
              </p14:nvContentPartPr>
              <p14:xfrm>
                <a:off x="6987395" y="4264634"/>
                <a:ext cx="129960" cy="21564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745B3263-0A90-93E8-701D-F09C02CAC5C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81275" y="4258514"/>
                  <a:ext cx="1422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A1818379-A93B-2E0F-F745-9121433743F4}"/>
                    </a:ext>
                  </a:extLst>
                </p14:cNvPr>
                <p14:cNvContentPartPr/>
                <p14:nvPr/>
              </p14:nvContentPartPr>
              <p14:xfrm>
                <a:off x="6810635" y="4145114"/>
                <a:ext cx="473760" cy="40104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A1818379-A93B-2E0F-F745-9121433743F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804515" y="4138994"/>
                  <a:ext cx="486000" cy="41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567E50B-44B1-1953-F0D3-09C7C11A06BB}"/>
              </a:ext>
            </a:extLst>
          </p:cNvPr>
          <p:cNvGrpSpPr/>
          <p:nvPr/>
        </p:nvGrpSpPr>
        <p:grpSpPr>
          <a:xfrm>
            <a:off x="6151115" y="4192634"/>
            <a:ext cx="199080" cy="192960"/>
            <a:chOff x="6151115" y="4192634"/>
            <a:chExt cx="199080" cy="19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A35A47F1-E244-2951-61A0-F2FB74E75C6E}"/>
                    </a:ext>
                  </a:extLst>
                </p14:cNvPr>
                <p14:cNvContentPartPr/>
                <p14:nvPr/>
              </p14:nvContentPartPr>
              <p14:xfrm>
                <a:off x="6154355" y="4192634"/>
                <a:ext cx="2520" cy="7776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A35A47F1-E244-2951-61A0-F2FB74E75C6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48235" y="4186514"/>
                  <a:ext cx="147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C8C35B3C-4554-02E4-BBFE-ABDE3F65AAFB}"/>
                    </a:ext>
                  </a:extLst>
                </p14:cNvPr>
                <p14:cNvContentPartPr/>
                <p14:nvPr/>
              </p14:nvContentPartPr>
              <p14:xfrm>
                <a:off x="6151115" y="4254914"/>
                <a:ext cx="11520" cy="12960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C8C35B3C-4554-02E4-BBFE-ABDE3F65AAF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44995" y="4248794"/>
                  <a:ext cx="237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125647ED-BCC5-CA33-5882-350FB3D47DA2}"/>
                    </a:ext>
                  </a:extLst>
                </p14:cNvPr>
                <p14:cNvContentPartPr/>
                <p14:nvPr/>
              </p14:nvContentPartPr>
              <p14:xfrm>
                <a:off x="6228515" y="4238354"/>
                <a:ext cx="121680" cy="14724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125647ED-BCC5-CA33-5882-350FB3D47DA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222395" y="4232234"/>
                  <a:ext cx="133920" cy="15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500A0B1B-20ED-1E45-618A-1A6C4F8E8AF8}"/>
                  </a:ext>
                </a:extLst>
              </p14:cNvPr>
              <p14:cNvContentPartPr/>
              <p14:nvPr/>
            </p14:nvContentPartPr>
            <p14:xfrm>
              <a:off x="5699315" y="3948554"/>
              <a:ext cx="360" cy="94500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500A0B1B-20ED-1E45-618A-1A6C4F8E8AF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693195" y="3942434"/>
                <a:ext cx="12600" cy="9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A973A6AF-4721-65E9-EB7F-EA59852DF130}"/>
                  </a:ext>
                </a:extLst>
              </p14:cNvPr>
              <p14:cNvContentPartPr/>
              <p14:nvPr/>
            </p14:nvContentPartPr>
            <p14:xfrm>
              <a:off x="5657555" y="4987154"/>
              <a:ext cx="120600" cy="15192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A973A6AF-4721-65E9-EB7F-EA59852DF13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651435" y="4981034"/>
                <a:ext cx="13284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AB32639D-AE97-4C5C-E57B-EEEA7A5336F8}"/>
                  </a:ext>
                </a:extLst>
              </p14:cNvPr>
              <p14:cNvContentPartPr/>
              <p14:nvPr/>
            </p14:nvContentPartPr>
            <p14:xfrm>
              <a:off x="5574395" y="4888514"/>
              <a:ext cx="364680" cy="40680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AB32639D-AE97-4C5C-E57B-EEEA7A5336F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568275" y="4882394"/>
                <a:ext cx="37692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F0EC91B0-E97D-6806-9D47-ED4CB2D0AB1C}"/>
                  </a:ext>
                </a:extLst>
              </p14:cNvPr>
              <p14:cNvContentPartPr/>
              <p14:nvPr/>
            </p14:nvContentPartPr>
            <p14:xfrm>
              <a:off x="5324915" y="4306754"/>
              <a:ext cx="41760" cy="11448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F0EC91B0-E97D-6806-9D47-ED4CB2D0AB1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318795" y="4300634"/>
                <a:ext cx="54000" cy="12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组合 22">
            <a:extLst>
              <a:ext uri="{FF2B5EF4-FFF2-40B4-BE49-F238E27FC236}">
                <a16:creationId xmlns:a16="http://schemas.microsoft.com/office/drawing/2014/main" id="{567BC712-97B3-665A-B815-6F32598B34B5}"/>
              </a:ext>
            </a:extLst>
          </p:cNvPr>
          <p:cNvGrpSpPr/>
          <p:nvPr/>
        </p:nvGrpSpPr>
        <p:grpSpPr>
          <a:xfrm>
            <a:off x="5324915" y="4322234"/>
            <a:ext cx="135000" cy="240120"/>
            <a:chOff x="5324915" y="4322234"/>
            <a:chExt cx="135000" cy="24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AA90B415-2A23-0B20-BD82-27E87CA4AC53}"/>
                    </a:ext>
                  </a:extLst>
                </p14:cNvPr>
                <p14:cNvContentPartPr/>
                <p14:nvPr/>
              </p14:nvContentPartPr>
              <p14:xfrm>
                <a:off x="5324915" y="4420514"/>
                <a:ext cx="120240" cy="14184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AA90B415-2A23-0B20-BD82-27E87CA4AC5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318795" y="4414394"/>
                  <a:ext cx="1324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03926230-C302-6CFB-5A41-8B13F2AE1EB4}"/>
                    </a:ext>
                  </a:extLst>
                </p14:cNvPr>
                <p14:cNvContentPartPr/>
                <p14:nvPr/>
              </p14:nvContentPartPr>
              <p14:xfrm>
                <a:off x="5345795" y="4322234"/>
                <a:ext cx="114120" cy="36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03926230-C302-6CFB-5A41-8B13F2AE1EB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339675" y="4316114"/>
                  <a:ext cx="12636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788570B-0DAF-EA40-02EF-96885AB28266}"/>
              </a:ext>
            </a:extLst>
          </p:cNvPr>
          <p:cNvGrpSpPr/>
          <p:nvPr/>
        </p:nvGrpSpPr>
        <p:grpSpPr>
          <a:xfrm>
            <a:off x="5937995" y="4563074"/>
            <a:ext cx="879840" cy="508320"/>
            <a:chOff x="5937995" y="4563074"/>
            <a:chExt cx="879840" cy="50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A8802769-F0A7-654B-8D25-592209B0F923}"/>
                    </a:ext>
                  </a:extLst>
                </p14:cNvPr>
                <p14:cNvContentPartPr/>
                <p14:nvPr/>
              </p14:nvContentPartPr>
              <p14:xfrm>
                <a:off x="5937995" y="4563074"/>
                <a:ext cx="879840" cy="49716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A8802769-F0A7-654B-8D25-592209B0F92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931875" y="4556954"/>
                  <a:ext cx="89208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4D90D8CC-EBB3-6DD0-28A0-5AF20C532DF8}"/>
                    </a:ext>
                  </a:extLst>
                </p14:cNvPr>
                <p14:cNvContentPartPr/>
                <p14:nvPr/>
              </p14:nvContentPartPr>
              <p14:xfrm>
                <a:off x="6473315" y="4950074"/>
                <a:ext cx="115560" cy="12132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4D90D8CC-EBB3-6DD0-28A0-5AF20C532DF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467195" y="4943954"/>
                  <a:ext cx="12780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DBC91BCB-5817-59A1-888C-06CD90DF7118}"/>
              </a:ext>
            </a:extLst>
          </p:cNvPr>
          <p:cNvGrpSpPr/>
          <p:nvPr/>
        </p:nvGrpSpPr>
        <p:grpSpPr>
          <a:xfrm>
            <a:off x="8093675" y="3745514"/>
            <a:ext cx="1492560" cy="468720"/>
            <a:chOff x="8093675" y="3745514"/>
            <a:chExt cx="1492560" cy="46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98723168-A9D9-B78A-F91F-3FEC626477FC}"/>
                    </a:ext>
                  </a:extLst>
                </p14:cNvPr>
                <p14:cNvContentPartPr/>
                <p14:nvPr/>
              </p14:nvContentPartPr>
              <p14:xfrm>
                <a:off x="8093675" y="3745514"/>
                <a:ext cx="70200" cy="32940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98723168-A9D9-B78A-F91F-3FEC626477F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087555" y="3739394"/>
                  <a:ext cx="824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414173C8-9353-94B4-AC9C-F171B97BE4AE}"/>
                    </a:ext>
                  </a:extLst>
                </p14:cNvPr>
                <p14:cNvContentPartPr/>
                <p14:nvPr/>
              </p14:nvContentPartPr>
              <p14:xfrm>
                <a:off x="8177195" y="3953594"/>
                <a:ext cx="25200" cy="26064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414173C8-9353-94B4-AC9C-F171B97BE4A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171075" y="3947474"/>
                  <a:ext cx="374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B24C5D40-ACC7-DFF0-AAA2-0DCD3A29F006}"/>
                    </a:ext>
                  </a:extLst>
                </p14:cNvPr>
                <p14:cNvContentPartPr/>
                <p14:nvPr/>
              </p14:nvContentPartPr>
              <p14:xfrm>
                <a:off x="8215715" y="3921194"/>
                <a:ext cx="24480" cy="12744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B24C5D40-ACC7-DFF0-AAA2-0DCD3A29F00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09595" y="3915074"/>
                  <a:ext cx="367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C3A40423-BCEA-E79B-71A5-D49E407A7DC6}"/>
                    </a:ext>
                  </a:extLst>
                </p14:cNvPr>
                <p14:cNvContentPartPr/>
                <p14:nvPr/>
              </p14:nvContentPartPr>
              <p14:xfrm>
                <a:off x="8281955" y="3854954"/>
                <a:ext cx="88200" cy="36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C3A40423-BCEA-E79B-71A5-D49E407A7DC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275835" y="3848834"/>
                  <a:ext cx="100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0F7B2119-8C41-0507-1832-271B2D92A5A3}"/>
                    </a:ext>
                  </a:extLst>
                </p14:cNvPr>
                <p14:cNvContentPartPr/>
                <p14:nvPr/>
              </p14:nvContentPartPr>
              <p14:xfrm>
                <a:off x="8276195" y="3854954"/>
                <a:ext cx="32400" cy="19548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0F7B2119-8C41-0507-1832-271B2D92A5A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270075" y="3848834"/>
                  <a:ext cx="446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4887FB4E-B8F9-9B90-E183-A280D2DBEF29}"/>
                    </a:ext>
                  </a:extLst>
                </p14:cNvPr>
                <p14:cNvContentPartPr/>
                <p14:nvPr/>
              </p14:nvContentPartPr>
              <p14:xfrm>
                <a:off x="8303555" y="4069514"/>
                <a:ext cx="78120" cy="4536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4887FB4E-B8F9-9B90-E183-A280D2DBEF2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297435" y="4063394"/>
                  <a:ext cx="903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1A59FC4C-F779-D10F-9F16-980E33D69339}"/>
                    </a:ext>
                  </a:extLst>
                </p14:cNvPr>
                <p14:cNvContentPartPr/>
                <p14:nvPr/>
              </p14:nvContentPartPr>
              <p14:xfrm>
                <a:off x="8504435" y="3948554"/>
                <a:ext cx="5760" cy="6192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1A59FC4C-F779-D10F-9F16-980E33D6933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498315" y="3942434"/>
                  <a:ext cx="180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EEF14F65-DBAC-8A92-F2E1-7A00668FB538}"/>
                    </a:ext>
                  </a:extLst>
                </p14:cNvPr>
                <p14:cNvContentPartPr/>
                <p14:nvPr/>
              </p14:nvContentPartPr>
              <p14:xfrm>
                <a:off x="8562035" y="3828674"/>
                <a:ext cx="151200" cy="30276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EEF14F65-DBAC-8A92-F2E1-7A00668FB53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555915" y="3822554"/>
                  <a:ext cx="1634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56016FAF-6910-5AA4-9B22-FDFE4E67906A}"/>
                    </a:ext>
                  </a:extLst>
                </p14:cNvPr>
                <p14:cNvContentPartPr/>
                <p14:nvPr/>
              </p14:nvContentPartPr>
              <p14:xfrm>
                <a:off x="8789555" y="3813194"/>
                <a:ext cx="115560" cy="32292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56016FAF-6910-5AA4-9B22-FDFE4E67906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783435" y="3807074"/>
                  <a:ext cx="1278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A9E9496D-9804-05F4-E82E-25E54F6B6DD5}"/>
                    </a:ext>
                  </a:extLst>
                </p14:cNvPr>
                <p14:cNvContentPartPr/>
                <p14:nvPr/>
              </p14:nvContentPartPr>
              <p14:xfrm>
                <a:off x="8930675" y="3916514"/>
                <a:ext cx="176040" cy="20448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A9E9496D-9804-05F4-E82E-25E54F6B6DD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924555" y="3910394"/>
                  <a:ext cx="1882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11E95F44-938A-5F71-3465-A3753DBAEEC5}"/>
                    </a:ext>
                  </a:extLst>
                </p14:cNvPr>
                <p14:cNvContentPartPr/>
                <p14:nvPr/>
              </p14:nvContentPartPr>
              <p14:xfrm>
                <a:off x="9126155" y="3796274"/>
                <a:ext cx="184680" cy="39168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11E95F44-938A-5F71-3465-A3753DBAEEC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120035" y="3790154"/>
                  <a:ext cx="19692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82E80D11-E7DD-E1FE-9FC1-D2D7A4FE281E}"/>
                    </a:ext>
                  </a:extLst>
                </p14:cNvPr>
                <p14:cNvContentPartPr/>
                <p14:nvPr/>
              </p14:nvContentPartPr>
              <p14:xfrm>
                <a:off x="9447995" y="3998954"/>
                <a:ext cx="132480" cy="1224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82E80D11-E7DD-E1FE-9FC1-D2D7A4FE281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441875" y="3992834"/>
                  <a:ext cx="144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59EDDC1A-6FD8-99F7-A51C-BC4EC4A60AC7}"/>
                    </a:ext>
                  </a:extLst>
                </p14:cNvPr>
                <p14:cNvContentPartPr/>
                <p14:nvPr/>
              </p14:nvContentPartPr>
              <p14:xfrm>
                <a:off x="9481475" y="4062674"/>
                <a:ext cx="104760" cy="36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59EDDC1A-6FD8-99F7-A51C-BC4EC4A60AC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475355" y="4056554"/>
                  <a:ext cx="1170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AAD6A946-E43F-A4DB-2C4C-E49F301D6BC2}"/>
              </a:ext>
            </a:extLst>
          </p:cNvPr>
          <p:cNvGrpSpPr/>
          <p:nvPr/>
        </p:nvGrpSpPr>
        <p:grpSpPr>
          <a:xfrm>
            <a:off x="7813235" y="4479914"/>
            <a:ext cx="2302560" cy="827280"/>
            <a:chOff x="7813235" y="4479914"/>
            <a:chExt cx="2302560" cy="82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5E6E13A7-285A-9802-348E-1D2DE1F10779}"/>
                    </a:ext>
                  </a:extLst>
                </p14:cNvPr>
                <p14:cNvContentPartPr/>
                <p14:nvPr/>
              </p14:nvContentPartPr>
              <p14:xfrm>
                <a:off x="7813235" y="4654874"/>
                <a:ext cx="208800" cy="16020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5E6E13A7-285A-9802-348E-1D2DE1F1077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807115" y="4648754"/>
                  <a:ext cx="2210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53550108-DB1A-4C76-9021-706DDECDA80F}"/>
                    </a:ext>
                  </a:extLst>
                </p14:cNvPr>
                <p14:cNvContentPartPr/>
                <p14:nvPr/>
              </p14:nvContentPartPr>
              <p14:xfrm>
                <a:off x="8135795" y="4651634"/>
                <a:ext cx="148320" cy="15084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53550108-DB1A-4C76-9021-706DDECDA80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129675" y="4645514"/>
                  <a:ext cx="1605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D707CB7A-0728-22E1-323A-745EDCD0F8D3}"/>
                    </a:ext>
                  </a:extLst>
                </p14:cNvPr>
                <p14:cNvContentPartPr/>
                <p14:nvPr/>
              </p14:nvContentPartPr>
              <p14:xfrm>
                <a:off x="8302115" y="4628954"/>
                <a:ext cx="138240" cy="18864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D707CB7A-0728-22E1-323A-745EDCD0F8D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295995" y="4622834"/>
                  <a:ext cx="1504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2D79CE95-941A-622C-456A-08CAB0228616}"/>
                    </a:ext>
                  </a:extLst>
                </p14:cNvPr>
                <p14:cNvContentPartPr/>
                <p14:nvPr/>
              </p14:nvContentPartPr>
              <p14:xfrm>
                <a:off x="8282315" y="4670354"/>
                <a:ext cx="165600" cy="22464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2D79CE95-941A-622C-456A-08CAB022861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276195" y="4664234"/>
                  <a:ext cx="1778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B2190AA0-000D-8088-7759-07E3B0797951}"/>
                    </a:ext>
                  </a:extLst>
                </p14:cNvPr>
                <p14:cNvContentPartPr/>
                <p14:nvPr/>
              </p14:nvContentPartPr>
              <p14:xfrm>
                <a:off x="8555915" y="4479914"/>
                <a:ext cx="105480" cy="82728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B2190AA0-000D-8088-7759-07E3B079795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549795" y="4473794"/>
                  <a:ext cx="117720" cy="83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3105A9C7-70D8-84EF-7BB9-1858DE5C32E8}"/>
                    </a:ext>
                  </a:extLst>
                </p14:cNvPr>
                <p14:cNvContentPartPr/>
                <p14:nvPr/>
              </p14:nvContentPartPr>
              <p14:xfrm>
                <a:off x="8733035" y="4630754"/>
                <a:ext cx="96480" cy="31572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3105A9C7-70D8-84EF-7BB9-1858DE5C32E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726915" y="4624634"/>
                  <a:ext cx="1087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5802E7CD-F3AF-6E11-DDF7-01F60B3466DF}"/>
                    </a:ext>
                  </a:extLst>
                </p14:cNvPr>
                <p14:cNvContentPartPr/>
                <p14:nvPr/>
              </p14:nvContentPartPr>
              <p14:xfrm>
                <a:off x="8877035" y="4842074"/>
                <a:ext cx="2520" cy="43488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5802E7CD-F3AF-6E11-DDF7-01F60B3466D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870915" y="4835954"/>
                  <a:ext cx="1476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96839C32-D994-EDF3-04B2-FDBE7031933D}"/>
                    </a:ext>
                  </a:extLst>
                </p14:cNvPr>
                <p14:cNvContentPartPr/>
                <p14:nvPr/>
              </p14:nvContentPartPr>
              <p14:xfrm>
                <a:off x="8852915" y="4794554"/>
                <a:ext cx="162720" cy="12204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96839C32-D994-EDF3-04B2-FDBE7031933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846795" y="4788434"/>
                  <a:ext cx="174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FC26184F-B6F9-1FBA-BDCD-AFFA018585CC}"/>
                    </a:ext>
                  </a:extLst>
                </p14:cNvPr>
                <p14:cNvContentPartPr/>
                <p14:nvPr/>
              </p14:nvContentPartPr>
              <p14:xfrm>
                <a:off x="9129035" y="4712114"/>
                <a:ext cx="67320" cy="576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FC26184F-B6F9-1FBA-BDCD-AFFA018585C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122915" y="4705994"/>
                  <a:ext cx="79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61ACEF39-9F79-A6EB-382F-09723CAD3E20}"/>
                    </a:ext>
                  </a:extLst>
                </p14:cNvPr>
                <p14:cNvContentPartPr/>
                <p14:nvPr/>
              </p14:nvContentPartPr>
              <p14:xfrm>
                <a:off x="9122915" y="4732994"/>
                <a:ext cx="18360" cy="28440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61ACEF39-9F79-A6EB-382F-09723CAD3E2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116795" y="4726874"/>
                  <a:ext cx="306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ECA0C417-A278-A049-ABBC-5FCA4FBDA40E}"/>
                    </a:ext>
                  </a:extLst>
                </p14:cNvPr>
                <p14:cNvContentPartPr/>
                <p14:nvPr/>
              </p14:nvContentPartPr>
              <p14:xfrm>
                <a:off x="9143795" y="5016674"/>
                <a:ext cx="113040" cy="252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ECA0C417-A278-A049-ABBC-5FCA4FBDA40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137675" y="5010554"/>
                  <a:ext cx="12528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FA450BE9-5CB0-63F8-1364-115221A8D074}"/>
                    </a:ext>
                  </a:extLst>
                </p14:cNvPr>
                <p14:cNvContentPartPr/>
                <p14:nvPr/>
              </p14:nvContentPartPr>
              <p14:xfrm>
                <a:off x="9273755" y="4805354"/>
                <a:ext cx="38520" cy="12780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FA450BE9-5CB0-63F8-1364-115221A8D07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267635" y="4799234"/>
                  <a:ext cx="507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D04D56C7-2964-D6E0-A1D8-81B0E1939924}"/>
                    </a:ext>
                  </a:extLst>
                </p14:cNvPr>
                <p14:cNvContentPartPr/>
                <p14:nvPr/>
              </p14:nvContentPartPr>
              <p14:xfrm>
                <a:off x="9367355" y="4687994"/>
                <a:ext cx="77400" cy="2952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D04D56C7-2964-D6E0-A1D8-81B0E193992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361235" y="4681874"/>
                  <a:ext cx="896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B485419B-5291-49FC-E458-AF3ED1B66E59}"/>
                    </a:ext>
                  </a:extLst>
                </p14:cNvPr>
                <p14:cNvContentPartPr/>
                <p14:nvPr/>
              </p14:nvContentPartPr>
              <p14:xfrm>
                <a:off x="9491915" y="4675754"/>
                <a:ext cx="16560" cy="34776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B485419B-5291-49FC-E458-AF3ED1B66E5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485795" y="4669634"/>
                  <a:ext cx="2880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B7C64569-D795-3081-CBAB-82670CA61340}"/>
                    </a:ext>
                  </a:extLst>
                </p14:cNvPr>
                <p14:cNvContentPartPr/>
                <p14:nvPr/>
              </p14:nvContentPartPr>
              <p14:xfrm>
                <a:off x="9356915" y="5075714"/>
                <a:ext cx="93600" cy="36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B7C64569-D795-3081-CBAB-82670CA6134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350795" y="5069594"/>
                  <a:ext cx="1058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C908B1E0-D16F-7FE2-FADE-FC09B2CA8FE0}"/>
                    </a:ext>
                  </a:extLst>
                </p14:cNvPr>
                <p14:cNvContentPartPr/>
                <p14:nvPr/>
              </p14:nvContentPartPr>
              <p14:xfrm>
                <a:off x="9586235" y="4992914"/>
                <a:ext cx="62640" cy="11520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C908B1E0-D16F-7FE2-FADE-FC09B2CA8FE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580115" y="4986794"/>
                  <a:ext cx="748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B64864A0-1A7F-4DB9-8D0C-B0C53FD08B31}"/>
                    </a:ext>
                  </a:extLst>
                </p14:cNvPr>
                <p14:cNvContentPartPr/>
                <p14:nvPr/>
              </p14:nvContentPartPr>
              <p14:xfrm>
                <a:off x="9582995" y="4618514"/>
                <a:ext cx="132840" cy="2880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B64864A0-1A7F-4DB9-8D0C-B0C53FD08B3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576875" y="4612394"/>
                  <a:ext cx="1450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FBB7B97D-D4CE-BE6C-000F-283B7601800B}"/>
                    </a:ext>
                  </a:extLst>
                </p14:cNvPr>
                <p14:cNvContentPartPr/>
                <p14:nvPr/>
              </p14:nvContentPartPr>
              <p14:xfrm>
                <a:off x="9611435" y="4665314"/>
                <a:ext cx="32040" cy="42588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FBB7B97D-D4CE-BE6C-000F-283B7601800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605315" y="4659194"/>
                  <a:ext cx="4428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480F4B3B-A9F5-5A2B-35BB-6BEB8B665575}"/>
                    </a:ext>
                  </a:extLst>
                </p14:cNvPr>
                <p14:cNvContentPartPr/>
                <p14:nvPr/>
              </p14:nvContentPartPr>
              <p14:xfrm>
                <a:off x="9621875" y="5098754"/>
                <a:ext cx="155520" cy="360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480F4B3B-A9F5-5A2B-35BB-6BEB8B66557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615755" y="5092634"/>
                  <a:ext cx="16776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13C085CE-5AAB-5486-C1B3-1C122C437444}"/>
                    </a:ext>
                  </a:extLst>
                </p14:cNvPr>
                <p14:cNvContentPartPr/>
                <p14:nvPr/>
              </p14:nvContentPartPr>
              <p14:xfrm>
                <a:off x="9720515" y="4758194"/>
                <a:ext cx="129600" cy="15228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13C085CE-5AAB-5486-C1B3-1C122C43744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714395" y="4752074"/>
                  <a:ext cx="1418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6A019F92-7330-3BCD-0552-97090A7ED4E3}"/>
                    </a:ext>
                  </a:extLst>
                </p14:cNvPr>
                <p14:cNvContentPartPr/>
                <p14:nvPr/>
              </p14:nvContentPartPr>
              <p14:xfrm>
                <a:off x="9907355" y="4618154"/>
                <a:ext cx="208440" cy="3744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6A019F92-7330-3BCD-0552-97090A7ED4E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901235" y="4612034"/>
                  <a:ext cx="220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B80D2919-1C1B-CDD5-20FB-98A2BD8469B5}"/>
                    </a:ext>
                  </a:extLst>
                </p14:cNvPr>
                <p14:cNvContentPartPr/>
                <p14:nvPr/>
              </p14:nvContentPartPr>
              <p14:xfrm>
                <a:off x="10003835" y="4649834"/>
                <a:ext cx="85680" cy="45504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B80D2919-1C1B-CDD5-20FB-98A2BD8469B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97715" y="4643714"/>
                  <a:ext cx="9792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A701B333-6FBF-EA55-B7EA-44D25652E311}"/>
                    </a:ext>
                  </a:extLst>
                </p14:cNvPr>
                <p14:cNvContentPartPr/>
                <p14:nvPr/>
              </p14:nvContentPartPr>
              <p14:xfrm>
                <a:off x="9832475" y="5137994"/>
                <a:ext cx="101520" cy="8352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A701B333-6FBF-EA55-B7EA-44D25652E31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826355" y="5131874"/>
                  <a:ext cx="113760" cy="9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5D73DACE-0623-6C42-9F74-9AF8A48735AC}"/>
                  </a:ext>
                </a:extLst>
              </p14:cNvPr>
              <p14:cNvContentPartPr/>
              <p14:nvPr/>
            </p14:nvContentPartPr>
            <p14:xfrm>
              <a:off x="10235675" y="5044754"/>
              <a:ext cx="57600" cy="84240"/>
            </p14:xfrm>
          </p:contentPart>
        </mc:Choice>
        <mc:Fallback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5D73DACE-0623-6C42-9F74-9AF8A48735A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229555" y="5038634"/>
                <a:ext cx="69840" cy="9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组合 97">
            <a:extLst>
              <a:ext uri="{FF2B5EF4-FFF2-40B4-BE49-F238E27FC236}">
                <a16:creationId xmlns:a16="http://schemas.microsoft.com/office/drawing/2014/main" id="{A43D89D2-BC41-6ACF-443E-2FF8763D1EA4}"/>
              </a:ext>
            </a:extLst>
          </p:cNvPr>
          <p:cNvGrpSpPr/>
          <p:nvPr/>
        </p:nvGrpSpPr>
        <p:grpSpPr>
          <a:xfrm>
            <a:off x="10368875" y="4618874"/>
            <a:ext cx="1387800" cy="482760"/>
            <a:chOff x="10368875" y="4618874"/>
            <a:chExt cx="1387800" cy="48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A44DE25C-F0B2-3630-8D54-A0F28B0A7271}"/>
                    </a:ext>
                  </a:extLst>
                </p14:cNvPr>
                <p14:cNvContentPartPr/>
                <p14:nvPr/>
              </p14:nvContentPartPr>
              <p14:xfrm>
                <a:off x="10368875" y="4618874"/>
                <a:ext cx="237960" cy="387720"/>
              </p14:xfrm>
            </p:contentPart>
          </mc:Choice>
          <mc:Fallback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A44DE25C-F0B2-3630-8D54-A0F28B0A727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362755" y="4612754"/>
                  <a:ext cx="25020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8032E719-E4CC-BF4B-D084-92D7088B6131}"/>
                    </a:ext>
                  </a:extLst>
                </p14:cNvPr>
                <p14:cNvContentPartPr/>
                <p14:nvPr/>
              </p14:nvContentPartPr>
              <p14:xfrm>
                <a:off x="10566875" y="4816154"/>
                <a:ext cx="11520" cy="285480"/>
              </p14:xfrm>
            </p:contentPart>
          </mc:Choice>
          <mc:Fallback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8032E719-E4CC-BF4B-D084-92D7088B613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560755" y="4810034"/>
                  <a:ext cx="237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618A8470-7AC5-EA29-1860-0A627D4CC6DC}"/>
                    </a:ext>
                  </a:extLst>
                </p14:cNvPr>
                <p14:cNvContentPartPr/>
                <p14:nvPr/>
              </p14:nvContentPartPr>
              <p14:xfrm>
                <a:off x="10567235" y="4789154"/>
                <a:ext cx="84600" cy="134280"/>
              </p14:xfrm>
            </p:contentPart>
          </mc:Choice>
          <mc:Fallback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618A8470-7AC5-EA29-1860-0A627D4CC6D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561115" y="4783034"/>
                  <a:ext cx="968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AAAB06E0-AF23-CC40-1648-B945DC83DD74}"/>
                    </a:ext>
                  </a:extLst>
                </p14:cNvPr>
                <p14:cNvContentPartPr/>
                <p14:nvPr/>
              </p14:nvContentPartPr>
              <p14:xfrm>
                <a:off x="10726715" y="4691594"/>
                <a:ext cx="150120" cy="30312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AAAB06E0-AF23-CC40-1648-B945DC83DD7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720595" y="4685474"/>
                  <a:ext cx="1623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87014338-928B-1522-CE7B-D8CC257983B6}"/>
                    </a:ext>
                  </a:extLst>
                </p14:cNvPr>
                <p14:cNvContentPartPr/>
                <p14:nvPr/>
              </p14:nvContentPartPr>
              <p14:xfrm>
                <a:off x="10899875" y="4748474"/>
                <a:ext cx="360" cy="15588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87014338-928B-1522-CE7B-D8CC257983B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893755" y="4742354"/>
                  <a:ext cx="126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E5BB68FB-459E-C1C8-A3B1-E97D4F99B88F}"/>
                    </a:ext>
                  </a:extLst>
                </p14:cNvPr>
                <p14:cNvContentPartPr/>
                <p14:nvPr/>
              </p14:nvContentPartPr>
              <p14:xfrm>
                <a:off x="10977995" y="4738034"/>
                <a:ext cx="115200" cy="23040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E5BB68FB-459E-C1C8-A3B1-E97D4F99B88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71875" y="4731914"/>
                  <a:ext cx="127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8D4E7171-485F-E13D-2657-C0208F4343BD}"/>
                    </a:ext>
                  </a:extLst>
                </p14:cNvPr>
                <p14:cNvContentPartPr/>
                <p14:nvPr/>
              </p14:nvContentPartPr>
              <p14:xfrm>
                <a:off x="10936235" y="4951154"/>
                <a:ext cx="151560" cy="2088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8D4E7171-485F-E13D-2657-C0208F4343B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930115" y="4945034"/>
                  <a:ext cx="1638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E2479271-0572-B9A4-03FF-6354DF06AC7C}"/>
                    </a:ext>
                  </a:extLst>
                </p14:cNvPr>
                <p14:cNvContentPartPr/>
                <p14:nvPr/>
              </p14:nvContentPartPr>
              <p14:xfrm>
                <a:off x="11165555" y="4718234"/>
                <a:ext cx="129600" cy="4320"/>
              </p14:xfrm>
            </p:contentPart>
          </mc:Choice>
          <mc:Fallback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E2479271-0572-B9A4-03FF-6354DF06AC7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159435" y="4712114"/>
                  <a:ext cx="1418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9" name="墨迹 88">
                  <a:extLst>
                    <a:ext uri="{FF2B5EF4-FFF2-40B4-BE49-F238E27FC236}">
                      <a16:creationId xmlns:a16="http://schemas.microsoft.com/office/drawing/2014/main" id="{0C467B95-F260-7A2F-9E44-F01B9A105454}"/>
                    </a:ext>
                  </a:extLst>
                </p14:cNvPr>
                <p14:cNvContentPartPr/>
                <p14:nvPr/>
              </p14:nvContentPartPr>
              <p14:xfrm>
                <a:off x="11128475" y="4701674"/>
                <a:ext cx="16200" cy="311400"/>
              </p14:xfrm>
            </p:contentPart>
          </mc:Choice>
          <mc:Fallback>
            <p:pic>
              <p:nvPicPr>
                <p:cNvPr id="89" name="墨迹 88">
                  <a:extLst>
                    <a:ext uri="{FF2B5EF4-FFF2-40B4-BE49-F238E27FC236}">
                      <a16:creationId xmlns:a16="http://schemas.microsoft.com/office/drawing/2014/main" id="{0C467B95-F260-7A2F-9E44-F01B9A10545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122355" y="4695554"/>
                  <a:ext cx="284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04590516-BE28-C17E-FA7B-059146717E93}"/>
                    </a:ext>
                  </a:extLst>
                </p14:cNvPr>
                <p14:cNvContentPartPr/>
                <p14:nvPr/>
              </p14:nvContentPartPr>
              <p14:xfrm>
                <a:off x="11143955" y="5018474"/>
                <a:ext cx="150480" cy="360"/>
              </p14:xfrm>
            </p:contentPart>
          </mc:Choice>
          <mc:Fallback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04590516-BE28-C17E-FA7B-059146717E9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137835" y="5012354"/>
                  <a:ext cx="162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5DFB604D-2287-0A26-36C0-5E602822570E}"/>
                    </a:ext>
                  </a:extLst>
                </p14:cNvPr>
                <p14:cNvContentPartPr/>
                <p14:nvPr/>
              </p14:nvContentPartPr>
              <p14:xfrm>
                <a:off x="11315315" y="4810754"/>
                <a:ext cx="69840" cy="183240"/>
              </p14:xfrm>
            </p:contentPart>
          </mc:Choice>
          <mc:Fallback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5DFB604D-2287-0A26-36C0-5E60282257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309195" y="4804634"/>
                  <a:ext cx="820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3" name="墨迹 92">
                  <a:extLst>
                    <a:ext uri="{FF2B5EF4-FFF2-40B4-BE49-F238E27FC236}">
                      <a16:creationId xmlns:a16="http://schemas.microsoft.com/office/drawing/2014/main" id="{32A2E9AE-4502-5AF4-A6BF-5A8A6A267A3A}"/>
                    </a:ext>
                  </a:extLst>
                </p14:cNvPr>
                <p14:cNvContentPartPr/>
                <p14:nvPr/>
              </p14:nvContentPartPr>
              <p14:xfrm>
                <a:off x="11459675" y="4704914"/>
                <a:ext cx="95040" cy="7920"/>
              </p14:xfrm>
            </p:contentPart>
          </mc:Choice>
          <mc:Fallback>
            <p:pic>
              <p:nvPicPr>
                <p:cNvPr id="93" name="墨迹 92">
                  <a:extLst>
                    <a:ext uri="{FF2B5EF4-FFF2-40B4-BE49-F238E27FC236}">
                      <a16:creationId xmlns:a16="http://schemas.microsoft.com/office/drawing/2014/main" id="{32A2E9AE-4502-5AF4-A6BF-5A8A6A267A3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453555" y="4698794"/>
                  <a:ext cx="1072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15A1FDBC-1703-03DB-9EB0-6CFE16EA896D}"/>
                    </a:ext>
                  </a:extLst>
                </p14:cNvPr>
                <p14:cNvContentPartPr/>
                <p14:nvPr/>
              </p14:nvContentPartPr>
              <p14:xfrm>
                <a:off x="11559755" y="4712114"/>
                <a:ext cx="360" cy="343080"/>
              </p14:xfrm>
            </p:contentPart>
          </mc:Choice>
          <mc:Fallback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15A1FDBC-1703-03DB-9EB0-6CFE16EA896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553635" y="4705994"/>
                  <a:ext cx="1260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5" name="墨迹 94">
                  <a:extLst>
                    <a:ext uri="{FF2B5EF4-FFF2-40B4-BE49-F238E27FC236}">
                      <a16:creationId xmlns:a16="http://schemas.microsoft.com/office/drawing/2014/main" id="{8FB34202-AA58-D271-E60B-D19AAA720F39}"/>
                    </a:ext>
                  </a:extLst>
                </p14:cNvPr>
                <p14:cNvContentPartPr/>
                <p14:nvPr/>
              </p14:nvContentPartPr>
              <p14:xfrm>
                <a:off x="11440235" y="5026034"/>
                <a:ext cx="98640" cy="39600"/>
              </p14:xfrm>
            </p:contentPart>
          </mc:Choice>
          <mc:Fallback>
            <p:pic>
              <p:nvPicPr>
                <p:cNvPr id="95" name="墨迹 94">
                  <a:extLst>
                    <a:ext uri="{FF2B5EF4-FFF2-40B4-BE49-F238E27FC236}">
                      <a16:creationId xmlns:a16="http://schemas.microsoft.com/office/drawing/2014/main" id="{8FB34202-AA58-D271-E60B-D19AAA720F3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434115" y="5019914"/>
                  <a:ext cx="1108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6" name="墨迹 95">
                  <a:extLst>
                    <a:ext uri="{FF2B5EF4-FFF2-40B4-BE49-F238E27FC236}">
                      <a16:creationId xmlns:a16="http://schemas.microsoft.com/office/drawing/2014/main" id="{A0B84C2D-899D-723C-B9CF-68CA40DF2BE0}"/>
                    </a:ext>
                  </a:extLst>
                </p14:cNvPr>
                <p14:cNvContentPartPr/>
                <p14:nvPr/>
              </p14:nvContentPartPr>
              <p14:xfrm>
                <a:off x="11679275" y="4824434"/>
                <a:ext cx="77400" cy="38880"/>
              </p14:xfrm>
            </p:contentPart>
          </mc:Choice>
          <mc:Fallback>
            <p:pic>
              <p:nvPicPr>
                <p:cNvPr id="96" name="墨迹 95">
                  <a:extLst>
                    <a:ext uri="{FF2B5EF4-FFF2-40B4-BE49-F238E27FC236}">
                      <a16:creationId xmlns:a16="http://schemas.microsoft.com/office/drawing/2014/main" id="{A0B84C2D-899D-723C-B9CF-68CA40DF2BE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673155" y="4818314"/>
                  <a:ext cx="896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7" name="墨迹 96">
                  <a:extLst>
                    <a:ext uri="{FF2B5EF4-FFF2-40B4-BE49-F238E27FC236}">
                      <a16:creationId xmlns:a16="http://schemas.microsoft.com/office/drawing/2014/main" id="{10E54B06-E10B-76C9-FE01-0EBD81774946}"/>
                    </a:ext>
                  </a:extLst>
                </p14:cNvPr>
                <p14:cNvContentPartPr/>
                <p14:nvPr/>
              </p14:nvContentPartPr>
              <p14:xfrm>
                <a:off x="11689715" y="4779794"/>
                <a:ext cx="27360" cy="138960"/>
              </p14:xfrm>
            </p:contentPart>
          </mc:Choice>
          <mc:Fallback>
            <p:pic>
              <p:nvPicPr>
                <p:cNvPr id="97" name="墨迹 96">
                  <a:extLst>
                    <a:ext uri="{FF2B5EF4-FFF2-40B4-BE49-F238E27FC236}">
                      <a16:creationId xmlns:a16="http://schemas.microsoft.com/office/drawing/2014/main" id="{10E54B06-E10B-76C9-FE01-0EBD8177494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683595" y="4773674"/>
                  <a:ext cx="3960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C065B781-1615-6287-5002-AAC8084F6672}"/>
              </a:ext>
            </a:extLst>
          </p:cNvPr>
          <p:cNvGrpSpPr/>
          <p:nvPr/>
        </p:nvGrpSpPr>
        <p:grpSpPr>
          <a:xfrm>
            <a:off x="10349795" y="5382074"/>
            <a:ext cx="1204560" cy="344520"/>
            <a:chOff x="10349795" y="5382074"/>
            <a:chExt cx="1204560" cy="34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9" name="墨迹 98">
                  <a:extLst>
                    <a:ext uri="{FF2B5EF4-FFF2-40B4-BE49-F238E27FC236}">
                      <a16:creationId xmlns:a16="http://schemas.microsoft.com/office/drawing/2014/main" id="{42BAC173-EE81-7B27-CFE3-803EF8F666A2}"/>
                    </a:ext>
                  </a:extLst>
                </p14:cNvPr>
                <p14:cNvContentPartPr/>
                <p14:nvPr/>
              </p14:nvContentPartPr>
              <p14:xfrm>
                <a:off x="10406315" y="5522834"/>
                <a:ext cx="30960" cy="38520"/>
              </p14:xfrm>
            </p:contentPart>
          </mc:Choice>
          <mc:Fallback>
            <p:pic>
              <p:nvPicPr>
                <p:cNvPr id="99" name="墨迹 98">
                  <a:extLst>
                    <a:ext uri="{FF2B5EF4-FFF2-40B4-BE49-F238E27FC236}">
                      <a16:creationId xmlns:a16="http://schemas.microsoft.com/office/drawing/2014/main" id="{42BAC173-EE81-7B27-CFE3-803EF8F666A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00195" y="5516714"/>
                  <a:ext cx="432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0" name="墨迹 99">
                  <a:extLst>
                    <a:ext uri="{FF2B5EF4-FFF2-40B4-BE49-F238E27FC236}">
                      <a16:creationId xmlns:a16="http://schemas.microsoft.com/office/drawing/2014/main" id="{A728FF8D-C998-B3E8-4B00-300717AFCD91}"/>
                    </a:ext>
                  </a:extLst>
                </p14:cNvPr>
                <p14:cNvContentPartPr/>
                <p14:nvPr/>
              </p14:nvContentPartPr>
              <p14:xfrm>
                <a:off x="10349795" y="5383874"/>
                <a:ext cx="206640" cy="228960"/>
              </p14:xfrm>
            </p:contentPart>
          </mc:Choice>
          <mc:Fallback>
            <p:pic>
              <p:nvPicPr>
                <p:cNvPr id="100" name="墨迹 99">
                  <a:extLst>
                    <a:ext uri="{FF2B5EF4-FFF2-40B4-BE49-F238E27FC236}">
                      <a16:creationId xmlns:a16="http://schemas.microsoft.com/office/drawing/2014/main" id="{A728FF8D-C998-B3E8-4B00-300717AFCD9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343675" y="5377754"/>
                  <a:ext cx="2188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1" name="墨迹 100">
                  <a:extLst>
                    <a:ext uri="{FF2B5EF4-FFF2-40B4-BE49-F238E27FC236}">
                      <a16:creationId xmlns:a16="http://schemas.microsoft.com/office/drawing/2014/main" id="{CC69CF39-680A-E84C-0DCF-73474142894C}"/>
                    </a:ext>
                  </a:extLst>
                </p14:cNvPr>
                <p14:cNvContentPartPr/>
                <p14:nvPr/>
              </p14:nvContentPartPr>
              <p14:xfrm>
                <a:off x="10494515" y="5465234"/>
                <a:ext cx="37080" cy="214200"/>
              </p14:xfrm>
            </p:contentPart>
          </mc:Choice>
          <mc:Fallback>
            <p:pic>
              <p:nvPicPr>
                <p:cNvPr id="101" name="墨迹 100">
                  <a:extLst>
                    <a:ext uri="{FF2B5EF4-FFF2-40B4-BE49-F238E27FC236}">
                      <a16:creationId xmlns:a16="http://schemas.microsoft.com/office/drawing/2014/main" id="{CC69CF39-680A-E84C-0DCF-73474142894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488395" y="5459114"/>
                  <a:ext cx="493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2" name="墨迹 101">
                  <a:extLst>
                    <a:ext uri="{FF2B5EF4-FFF2-40B4-BE49-F238E27FC236}">
                      <a16:creationId xmlns:a16="http://schemas.microsoft.com/office/drawing/2014/main" id="{2855FC30-185C-F165-7D1B-0631E3F8306B}"/>
                    </a:ext>
                  </a:extLst>
                </p14:cNvPr>
                <p14:cNvContentPartPr/>
                <p14:nvPr/>
              </p14:nvContentPartPr>
              <p14:xfrm>
                <a:off x="10515395" y="5429234"/>
                <a:ext cx="136800" cy="133920"/>
              </p14:xfrm>
            </p:contentPart>
          </mc:Choice>
          <mc:Fallback>
            <p:pic>
              <p:nvPicPr>
                <p:cNvPr id="102" name="墨迹 101">
                  <a:extLst>
                    <a:ext uri="{FF2B5EF4-FFF2-40B4-BE49-F238E27FC236}">
                      <a16:creationId xmlns:a16="http://schemas.microsoft.com/office/drawing/2014/main" id="{2855FC30-185C-F165-7D1B-0631E3F8306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509275" y="5423114"/>
                  <a:ext cx="1490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3" name="墨迹 102">
                  <a:extLst>
                    <a:ext uri="{FF2B5EF4-FFF2-40B4-BE49-F238E27FC236}">
                      <a16:creationId xmlns:a16="http://schemas.microsoft.com/office/drawing/2014/main" id="{422A4367-F98D-3300-7D59-77C8BC273492}"/>
                    </a:ext>
                  </a:extLst>
                </p14:cNvPr>
                <p14:cNvContentPartPr/>
                <p14:nvPr/>
              </p14:nvContentPartPr>
              <p14:xfrm>
                <a:off x="10680275" y="5396834"/>
                <a:ext cx="158760" cy="236520"/>
              </p14:xfrm>
            </p:contentPart>
          </mc:Choice>
          <mc:Fallback>
            <p:pic>
              <p:nvPicPr>
                <p:cNvPr id="103" name="墨迹 102">
                  <a:extLst>
                    <a:ext uri="{FF2B5EF4-FFF2-40B4-BE49-F238E27FC236}">
                      <a16:creationId xmlns:a16="http://schemas.microsoft.com/office/drawing/2014/main" id="{422A4367-F98D-3300-7D59-77C8BC27349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674155" y="5390714"/>
                  <a:ext cx="1710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4" name="墨迹 103">
                  <a:extLst>
                    <a:ext uri="{FF2B5EF4-FFF2-40B4-BE49-F238E27FC236}">
                      <a16:creationId xmlns:a16="http://schemas.microsoft.com/office/drawing/2014/main" id="{DA616FFE-880A-F8CF-A7EC-E5D2FD7EE9A9}"/>
                    </a:ext>
                  </a:extLst>
                </p14:cNvPr>
                <p14:cNvContentPartPr/>
                <p14:nvPr/>
              </p14:nvContentPartPr>
              <p14:xfrm>
                <a:off x="10862075" y="5402954"/>
                <a:ext cx="91440" cy="251280"/>
              </p14:xfrm>
            </p:contentPart>
          </mc:Choice>
          <mc:Fallback>
            <p:pic>
              <p:nvPicPr>
                <p:cNvPr id="104" name="墨迹 103">
                  <a:extLst>
                    <a:ext uri="{FF2B5EF4-FFF2-40B4-BE49-F238E27FC236}">
                      <a16:creationId xmlns:a16="http://schemas.microsoft.com/office/drawing/2014/main" id="{DA616FFE-880A-F8CF-A7EC-E5D2FD7EE9A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855955" y="5396834"/>
                  <a:ext cx="1036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5" name="墨迹 104">
                  <a:extLst>
                    <a:ext uri="{FF2B5EF4-FFF2-40B4-BE49-F238E27FC236}">
                      <a16:creationId xmlns:a16="http://schemas.microsoft.com/office/drawing/2014/main" id="{44F871C9-61EB-6D56-99B0-628DFA6D0FF9}"/>
                    </a:ext>
                  </a:extLst>
                </p14:cNvPr>
                <p14:cNvContentPartPr/>
                <p14:nvPr/>
              </p14:nvContentPartPr>
              <p14:xfrm>
                <a:off x="10993475" y="5407994"/>
                <a:ext cx="95760" cy="256680"/>
              </p14:xfrm>
            </p:contentPart>
          </mc:Choice>
          <mc:Fallback>
            <p:pic>
              <p:nvPicPr>
                <p:cNvPr id="105" name="墨迹 104">
                  <a:extLst>
                    <a:ext uri="{FF2B5EF4-FFF2-40B4-BE49-F238E27FC236}">
                      <a16:creationId xmlns:a16="http://schemas.microsoft.com/office/drawing/2014/main" id="{44F871C9-61EB-6D56-99B0-628DFA6D0FF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987355" y="5401874"/>
                  <a:ext cx="1080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6" name="墨迹 105">
                  <a:extLst>
                    <a:ext uri="{FF2B5EF4-FFF2-40B4-BE49-F238E27FC236}">
                      <a16:creationId xmlns:a16="http://schemas.microsoft.com/office/drawing/2014/main" id="{2F8C968B-4B27-76C9-B760-AF31482A1570}"/>
                    </a:ext>
                  </a:extLst>
                </p14:cNvPr>
                <p14:cNvContentPartPr/>
                <p14:nvPr/>
              </p14:nvContentPartPr>
              <p14:xfrm>
                <a:off x="10925795" y="5615714"/>
                <a:ext cx="185760" cy="13680"/>
              </p14:xfrm>
            </p:contentPart>
          </mc:Choice>
          <mc:Fallback>
            <p:pic>
              <p:nvPicPr>
                <p:cNvPr id="106" name="墨迹 105">
                  <a:extLst>
                    <a:ext uri="{FF2B5EF4-FFF2-40B4-BE49-F238E27FC236}">
                      <a16:creationId xmlns:a16="http://schemas.microsoft.com/office/drawing/2014/main" id="{2F8C968B-4B27-76C9-B760-AF31482A157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919675" y="5609594"/>
                  <a:ext cx="1980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8" name="墨迹 107">
                  <a:extLst>
                    <a:ext uri="{FF2B5EF4-FFF2-40B4-BE49-F238E27FC236}">
                      <a16:creationId xmlns:a16="http://schemas.microsoft.com/office/drawing/2014/main" id="{6FE4E0FF-72F8-7419-C95E-84D7B48A5C36}"/>
                    </a:ext>
                  </a:extLst>
                </p14:cNvPr>
                <p14:cNvContentPartPr/>
                <p14:nvPr/>
              </p14:nvContentPartPr>
              <p14:xfrm>
                <a:off x="11132435" y="5407994"/>
                <a:ext cx="141840" cy="245880"/>
              </p14:xfrm>
            </p:contentPart>
          </mc:Choice>
          <mc:Fallback>
            <p:pic>
              <p:nvPicPr>
                <p:cNvPr id="108" name="墨迹 107">
                  <a:extLst>
                    <a:ext uri="{FF2B5EF4-FFF2-40B4-BE49-F238E27FC236}">
                      <a16:creationId xmlns:a16="http://schemas.microsoft.com/office/drawing/2014/main" id="{6FE4E0FF-72F8-7419-C95E-84D7B48A5C3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126315" y="5401874"/>
                  <a:ext cx="1540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9" name="墨迹 108">
                  <a:extLst>
                    <a:ext uri="{FF2B5EF4-FFF2-40B4-BE49-F238E27FC236}">
                      <a16:creationId xmlns:a16="http://schemas.microsoft.com/office/drawing/2014/main" id="{D54ED199-00A6-D3E0-18FB-A6EBE519A8B6}"/>
                    </a:ext>
                  </a:extLst>
                </p14:cNvPr>
                <p14:cNvContentPartPr/>
                <p14:nvPr/>
              </p14:nvContentPartPr>
              <p14:xfrm>
                <a:off x="11300555" y="5455154"/>
                <a:ext cx="15480" cy="146520"/>
              </p14:xfrm>
            </p:contentPart>
          </mc:Choice>
          <mc:Fallback>
            <p:pic>
              <p:nvPicPr>
                <p:cNvPr id="109" name="墨迹 108">
                  <a:extLst>
                    <a:ext uri="{FF2B5EF4-FFF2-40B4-BE49-F238E27FC236}">
                      <a16:creationId xmlns:a16="http://schemas.microsoft.com/office/drawing/2014/main" id="{D54ED199-00A6-D3E0-18FB-A6EBE519A8B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294435" y="5449034"/>
                  <a:ext cx="277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0" name="墨迹 109">
                  <a:extLst>
                    <a:ext uri="{FF2B5EF4-FFF2-40B4-BE49-F238E27FC236}">
                      <a16:creationId xmlns:a16="http://schemas.microsoft.com/office/drawing/2014/main" id="{4A24B009-FDC4-E5CB-2E6B-21EB5A05CD6D}"/>
                    </a:ext>
                  </a:extLst>
                </p14:cNvPr>
                <p14:cNvContentPartPr/>
                <p14:nvPr/>
              </p14:nvContentPartPr>
              <p14:xfrm>
                <a:off x="11409635" y="5382074"/>
                <a:ext cx="144720" cy="344520"/>
              </p14:xfrm>
            </p:contentPart>
          </mc:Choice>
          <mc:Fallback>
            <p:pic>
              <p:nvPicPr>
                <p:cNvPr id="110" name="墨迹 109">
                  <a:extLst>
                    <a:ext uri="{FF2B5EF4-FFF2-40B4-BE49-F238E27FC236}">
                      <a16:creationId xmlns:a16="http://schemas.microsoft.com/office/drawing/2014/main" id="{4A24B009-FDC4-E5CB-2E6B-21EB5A05CD6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403515" y="5375954"/>
                  <a:ext cx="156960" cy="356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3.5 </a:t>
            </a:r>
            <a:r>
              <a:rPr lang="zh-CN" altLang="en-US" sz="3600">
                <a:solidFill>
                  <a:schemeClr val="bg1"/>
                </a:solidFill>
              </a:rPr>
              <a:t>最短路的一些扩展应用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36470" y="1200150"/>
            <a:ext cx="23558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1.</a:t>
            </a:r>
            <a:r>
              <a:rPr lang="zh-CN" altLang="en-US"/>
              <a:t>次短路</a:t>
            </a:r>
          </a:p>
          <a:p>
            <a:r>
              <a:rPr lang="en-US" altLang="zh-CN"/>
              <a:t>2.</a:t>
            </a:r>
            <a:r>
              <a:rPr lang="zh-CN" altLang="en-US"/>
              <a:t>最短路计数</a:t>
            </a:r>
          </a:p>
          <a:p>
            <a:r>
              <a:rPr lang="en-US" altLang="zh-CN"/>
              <a:t>3.</a:t>
            </a:r>
            <a:r>
              <a:rPr lang="zh-CN" altLang="en-US"/>
              <a:t>分层图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6955790" y="3429000"/>
            <a:ext cx="5036185" cy="351409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6955790" y="-74930"/>
            <a:ext cx="5036185" cy="3503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>
            <p:custDataLst>
              <p:tags r:id="rId1"/>
            </p:custDataLst>
          </p:nvPr>
        </p:nvSpPr>
        <p:spPr>
          <a:xfrm>
            <a:off x="2675255" y="4911090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12240260" cy="914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7955" y="149860"/>
            <a:ext cx="6668135" cy="595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4.</a:t>
            </a:r>
            <a:r>
              <a:rPr lang="zh-CN" altLang="en-US" sz="3600">
                <a:solidFill>
                  <a:schemeClr val="bg1"/>
                </a:solidFill>
              </a:rPr>
              <a:t>拓扑排序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3112770" y="5123815"/>
            <a:ext cx="3747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</a:rPr>
              <a:t>2.</a:t>
            </a:r>
            <a:r>
              <a:rPr lang="zh-CN" altLang="en-US" sz="2800">
                <a:solidFill>
                  <a:schemeClr val="bg1"/>
                </a:solidFill>
              </a:rPr>
              <a:t>如何求拓扑排序</a:t>
            </a:r>
          </a:p>
        </p:txBody>
      </p:sp>
      <p:sp>
        <p:nvSpPr>
          <p:cNvPr id="17" name="圆角矩形 16"/>
          <p:cNvSpPr/>
          <p:nvPr>
            <p:custDataLst>
              <p:tags r:id="rId3"/>
            </p:custDataLst>
          </p:nvPr>
        </p:nvSpPr>
        <p:spPr>
          <a:xfrm>
            <a:off x="2675255" y="1320800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4"/>
            </p:custDataLst>
          </p:nvPr>
        </p:nvSpPr>
        <p:spPr>
          <a:xfrm>
            <a:off x="2978024" y="1474439"/>
            <a:ext cx="3521100" cy="6472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>
                <a:solidFill>
                  <a:schemeClr val="bg1"/>
                </a:solidFill>
              </a:rPr>
              <a:t>1. </a:t>
            </a:r>
            <a:r>
              <a:rPr lang="zh-CN" altLang="en-US" sz="2800">
                <a:solidFill>
                  <a:schemeClr val="bg1"/>
                </a:solidFill>
              </a:rPr>
              <a:t>什么是拓扑排序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4.1 </a:t>
            </a:r>
            <a:r>
              <a:rPr lang="zh-CN" altLang="en-US" sz="3600">
                <a:solidFill>
                  <a:schemeClr val="bg1"/>
                </a:solidFill>
              </a:rPr>
              <a:t>拓扑排序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4FFB7D5-E851-DAB4-A163-B67AFC55C03B}"/>
              </a:ext>
            </a:extLst>
          </p:cNvPr>
          <p:cNvSpPr txBox="1"/>
          <p:nvPr/>
        </p:nvSpPr>
        <p:spPr>
          <a:xfrm>
            <a:off x="592282" y="1188775"/>
            <a:ext cx="97414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在图论中，</a:t>
            </a:r>
            <a:r>
              <a:rPr lang="zh-CN" altLang="en-US" b="1" dirty="0"/>
              <a:t>拓扑排序</a:t>
            </a:r>
            <a:r>
              <a:rPr lang="zh-CN" altLang="en-US" dirty="0"/>
              <a:t> 是一个对</a:t>
            </a:r>
            <a:r>
              <a:rPr lang="zh-CN" altLang="en-US" b="1" dirty="0"/>
              <a:t>有向无环图</a:t>
            </a:r>
            <a:r>
              <a:rPr lang="en-US" altLang="zh-CN" b="1" dirty="0"/>
              <a:t>(</a:t>
            </a:r>
            <a:r>
              <a:rPr lang="zh-CN" altLang="en-US" b="1" dirty="0"/>
              <a:t>即</a:t>
            </a:r>
            <a:r>
              <a:rPr lang="en-US" altLang="zh-CN" b="1" dirty="0"/>
              <a:t>DAG</a:t>
            </a:r>
            <a:r>
              <a:rPr lang="zh-CN" altLang="en-US" b="1" dirty="0"/>
              <a:t>图</a:t>
            </a:r>
            <a:r>
              <a:rPr lang="en-US" altLang="zh-CN" b="1" dirty="0"/>
              <a:t>)</a:t>
            </a:r>
            <a:r>
              <a:rPr lang="zh-CN" altLang="en-US" dirty="0"/>
              <a:t>的所有顶点的线性序列。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且该序列必须满足下面两个条件：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每个顶点出现且只出现一次。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若存在一条从顶点 </a:t>
            </a:r>
            <a:r>
              <a:rPr lang="en-US" altLang="zh-CN" dirty="0"/>
              <a:t>A </a:t>
            </a:r>
            <a:r>
              <a:rPr lang="zh-CN" altLang="en-US" dirty="0"/>
              <a:t>到顶点 </a:t>
            </a:r>
            <a:r>
              <a:rPr lang="en-US" altLang="zh-CN" dirty="0"/>
              <a:t>B </a:t>
            </a:r>
            <a:r>
              <a:rPr lang="zh-CN" altLang="en-US" dirty="0"/>
              <a:t>的路径，那么在序列中顶点 </a:t>
            </a:r>
            <a:r>
              <a:rPr lang="en-US" altLang="zh-CN" dirty="0"/>
              <a:t>A </a:t>
            </a:r>
            <a:r>
              <a:rPr lang="zh-CN" altLang="en-US" dirty="0"/>
              <a:t>出现在顶点 </a:t>
            </a:r>
            <a:r>
              <a:rPr lang="en-US" altLang="zh-CN" dirty="0"/>
              <a:t>B </a:t>
            </a:r>
            <a:r>
              <a:rPr lang="zh-CN" altLang="en-US" dirty="0"/>
              <a:t>的前面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52B392B-C561-9DA7-92CC-9F3116FB2F57}"/>
              </a:ext>
            </a:extLst>
          </p:cNvPr>
          <p:cNvSpPr txBox="1"/>
          <p:nvPr/>
        </p:nvSpPr>
        <p:spPr>
          <a:xfrm>
            <a:off x="592282" y="3382199"/>
            <a:ext cx="301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说人话就是不存在</a:t>
            </a:r>
            <a:r>
              <a:rPr lang="zh-CN" altLang="en-US" b="1" dirty="0">
                <a:solidFill>
                  <a:srgbClr val="FF0000"/>
                </a:solidFill>
              </a:rPr>
              <a:t>自环</a:t>
            </a:r>
            <a:r>
              <a:rPr lang="zh-CN" altLang="en-US" dirty="0"/>
              <a:t>的图</a:t>
            </a:r>
            <a:r>
              <a:rPr lang="zh-CN" altLang="en-US" b="1" dirty="0"/>
              <a:t>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8833D5-C8A7-823E-8745-C5F4E31C44E2}"/>
              </a:ext>
            </a:extLst>
          </p:cNvPr>
          <p:cNvSpPr txBox="1"/>
          <p:nvPr/>
        </p:nvSpPr>
        <p:spPr>
          <a:xfrm>
            <a:off x="1828800" y="409401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比如这个图：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B9849EA-0769-A87E-CD99-A943C323D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406" y="3220100"/>
            <a:ext cx="5859233" cy="40147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562FB-2E8C-7B97-AEBC-8A5C8311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6CB08B4-3B92-9566-8C66-125D6FE82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887" y="2830829"/>
            <a:ext cx="6159644" cy="396875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40E7EF8-8F26-BBB4-34AD-C323CFC64998}"/>
              </a:ext>
            </a:extLst>
          </p:cNvPr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648C75-BF5C-C8ED-1D1A-C8ECAB3962A7}"/>
              </a:ext>
            </a:extLst>
          </p:cNvPr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4.1 </a:t>
            </a:r>
            <a:r>
              <a:rPr lang="zh-CN" altLang="en-US" sz="3600">
                <a:solidFill>
                  <a:schemeClr val="bg1"/>
                </a:solidFill>
              </a:rPr>
              <a:t>拓扑排序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F962408-EA67-0E48-AB86-187E41C299DC}"/>
              </a:ext>
            </a:extLst>
          </p:cNvPr>
          <p:cNvSpPr txBox="1"/>
          <p:nvPr/>
        </p:nvSpPr>
        <p:spPr>
          <a:xfrm>
            <a:off x="577735" y="1205345"/>
            <a:ext cx="111691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它是一个 </a:t>
            </a:r>
            <a:r>
              <a:rPr lang="en-US" altLang="zh-CN" dirty="0"/>
              <a:t>DAG </a:t>
            </a:r>
            <a:r>
              <a:rPr lang="zh-CN" altLang="en-US" dirty="0"/>
              <a:t>图，那么如何写出它的拓扑排序呢？</a:t>
            </a:r>
            <a:r>
              <a:rPr lang="zh-CN" altLang="en-US" b="1" dirty="0"/>
              <a:t>这里说一种比较常用的方法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从 </a:t>
            </a:r>
            <a:r>
              <a:rPr lang="en-US" altLang="zh-CN" dirty="0"/>
              <a:t>DAG </a:t>
            </a:r>
            <a:r>
              <a:rPr lang="zh-CN" altLang="en-US" dirty="0"/>
              <a:t>图中选择一个 没有前驱（即入度为</a:t>
            </a:r>
            <a:r>
              <a:rPr lang="en-US" altLang="zh-CN" dirty="0"/>
              <a:t>0</a:t>
            </a:r>
            <a:r>
              <a:rPr lang="zh-CN" altLang="en-US" dirty="0"/>
              <a:t>）的顶点并输出。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从图中删除该顶点和所有以它为起点的有向边。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重复 </a:t>
            </a:r>
            <a:r>
              <a:rPr lang="en-US" altLang="zh-CN" dirty="0"/>
              <a:t>1 </a:t>
            </a:r>
            <a:r>
              <a:rPr lang="zh-CN" altLang="en-US" dirty="0"/>
              <a:t>和 </a:t>
            </a:r>
            <a:r>
              <a:rPr lang="en-US" altLang="zh-CN" dirty="0"/>
              <a:t>2 </a:t>
            </a:r>
            <a:r>
              <a:rPr lang="zh-CN" altLang="en-US" dirty="0"/>
              <a:t>直到当前的 </a:t>
            </a:r>
            <a:r>
              <a:rPr lang="en-US" altLang="zh-CN" dirty="0"/>
              <a:t>DAG </a:t>
            </a:r>
            <a:r>
              <a:rPr lang="zh-CN" altLang="en-US" dirty="0"/>
              <a:t>图为空或当前图中不存在无前驱的顶点为止。后一种情况说明有向图中必然存在环。</a:t>
            </a:r>
          </a:p>
        </p:txBody>
      </p:sp>
    </p:spTree>
    <p:extLst>
      <p:ext uri="{BB962C8B-B14F-4D97-AF65-F5344CB8AC3E}">
        <p14:creationId xmlns:p14="http://schemas.microsoft.com/office/powerpoint/2010/main" val="3311597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0706E-4F22-0DBC-6E5A-9130425AA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359F5835-8DA4-01C4-E600-AFEA197FF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743" y="1293031"/>
            <a:ext cx="562600" cy="60376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8457C80-14AE-A9B5-E65C-13DD3B3F6E2F}"/>
              </a:ext>
            </a:extLst>
          </p:cNvPr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FC018FB-698A-CFFF-15B2-B6354CE93F78}"/>
              </a:ext>
            </a:extLst>
          </p:cNvPr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4.1 </a:t>
            </a:r>
            <a:r>
              <a:rPr lang="zh-CN" altLang="en-US" sz="3600">
                <a:solidFill>
                  <a:schemeClr val="bg1"/>
                </a:solidFill>
              </a:rPr>
              <a:t>拓扑排序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DC76FD2-EC16-C128-DA1D-E6A7F4BF4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283" y="-191597"/>
            <a:ext cx="3411682" cy="699882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3A7F21C-2476-6068-CEE5-8A0A536E7BCC}"/>
              </a:ext>
            </a:extLst>
          </p:cNvPr>
          <p:cNvSpPr txBox="1"/>
          <p:nvPr/>
        </p:nvSpPr>
        <p:spPr>
          <a:xfrm>
            <a:off x="961159" y="2254957"/>
            <a:ext cx="768407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① 建图：读入边，维护邻接表，同时统计每个点的入度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② 初始化：把所有入度为 </a:t>
            </a:r>
            <a:r>
              <a:rPr lang="en-US" altLang="zh-CN" dirty="0"/>
              <a:t>0 </a:t>
            </a:r>
            <a:r>
              <a:rPr lang="zh-CN" altLang="en-US" dirty="0"/>
              <a:t>的点入队（没有前驱，可以直接输出）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③ 循环处理队列：   </a:t>
            </a:r>
            <a:endParaRPr lang="en-US" altLang="zh-CN" dirty="0"/>
          </a:p>
          <a:p>
            <a:r>
              <a:rPr lang="zh-CN" altLang="en-US" dirty="0"/>
              <a:t>└─ 队首出队 → 加入 </a:t>
            </a:r>
            <a:r>
              <a:rPr lang="en-US" altLang="zh-CN" dirty="0" err="1"/>
              <a:t>ans</a:t>
            </a:r>
            <a:r>
              <a:rPr lang="en-US" altLang="zh-CN" dirty="0"/>
              <a:t>   </a:t>
            </a:r>
          </a:p>
          <a:p>
            <a:r>
              <a:rPr lang="en-US" altLang="zh-CN" dirty="0"/>
              <a:t>└─ </a:t>
            </a:r>
            <a:r>
              <a:rPr lang="zh-CN" altLang="en-US" dirty="0"/>
              <a:t>遍历其所有子节点：        </a:t>
            </a:r>
            <a:endParaRPr lang="en-US" altLang="zh-CN" dirty="0"/>
          </a:p>
          <a:p>
            <a:r>
              <a:rPr lang="zh-CN" altLang="en-US" dirty="0"/>
              <a:t>└─ 子节点入度 </a:t>
            </a:r>
            <a:r>
              <a:rPr lang="en-US" altLang="zh-CN" dirty="0"/>
              <a:t>--        // </a:t>
            </a:r>
            <a:r>
              <a:rPr lang="zh-CN" altLang="en-US" dirty="0"/>
              <a:t>模拟删除这条边        </a:t>
            </a:r>
            <a:endParaRPr lang="en-US" altLang="zh-CN" dirty="0"/>
          </a:p>
          <a:p>
            <a:r>
              <a:rPr lang="zh-CN" altLang="en-US" dirty="0"/>
              <a:t>└─ 若入度变为 </a:t>
            </a:r>
            <a:r>
              <a:rPr lang="en-US" altLang="zh-CN" dirty="0"/>
              <a:t>0 → </a:t>
            </a:r>
            <a:r>
              <a:rPr lang="zh-CN" altLang="en-US" dirty="0"/>
              <a:t>入队  </a:t>
            </a:r>
            <a:r>
              <a:rPr lang="en-US" altLang="zh-CN" dirty="0"/>
              <a:t>// </a:t>
            </a:r>
            <a:r>
              <a:rPr lang="zh-CN" altLang="en-US" dirty="0"/>
              <a:t>所有前驱已处理完毕，解锁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④ 输出 </a:t>
            </a:r>
            <a:r>
              <a:rPr lang="en-US" altLang="zh-CN" dirty="0" err="1"/>
              <a:t>ans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CA921E-BBF0-522F-4AC7-A2B8EF0BD775}"/>
              </a:ext>
            </a:extLst>
          </p:cNvPr>
          <p:cNvSpPr txBox="1"/>
          <p:nvPr/>
        </p:nvSpPr>
        <p:spPr>
          <a:xfrm>
            <a:off x="961159" y="1418359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例题：    </a:t>
            </a:r>
            <a:r>
              <a:rPr lang="en-US" altLang="zh-CN" b="1" dirty="0"/>
              <a:t> </a:t>
            </a:r>
            <a:r>
              <a:rPr lang="en-US" altLang="zh-CN" b="1" dirty="0">
                <a:hlinkClick r:id="rId4"/>
              </a:rPr>
              <a:t>B3644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15624728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>
            <p:custDataLst>
              <p:tags r:id="rId1"/>
            </p:custDataLst>
          </p:nvPr>
        </p:nvSpPr>
        <p:spPr>
          <a:xfrm>
            <a:off x="2630805" y="2637155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2675255" y="3962400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2675255" y="5269230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12240260" cy="914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7955" y="149860"/>
            <a:ext cx="6668135" cy="595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5.</a:t>
            </a:r>
            <a:r>
              <a:rPr lang="zh-CN" altLang="en-US" sz="3600">
                <a:solidFill>
                  <a:schemeClr val="bg1"/>
                </a:solidFill>
              </a:rPr>
              <a:t>最小生成树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3068320" y="2849880"/>
            <a:ext cx="47764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</a:rPr>
              <a:t>2.Kruskal</a:t>
            </a:r>
            <a:r>
              <a:rPr lang="zh-CN" altLang="en-US" sz="2800">
                <a:solidFill>
                  <a:schemeClr val="bg1"/>
                </a:solidFill>
              </a:rPr>
              <a:t>求最小生成树</a:t>
            </a: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3088640" y="4144010"/>
            <a:ext cx="41770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</a:rPr>
              <a:t>3.Prim</a:t>
            </a:r>
            <a:r>
              <a:rPr lang="zh-CN" altLang="en-US" sz="2800">
                <a:solidFill>
                  <a:schemeClr val="bg1"/>
                </a:solidFill>
              </a:rPr>
              <a:t>求最小生成树</a:t>
            </a: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3147695" y="5462270"/>
            <a:ext cx="34061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</a:rPr>
              <a:t>4.</a:t>
            </a:r>
            <a:r>
              <a:rPr lang="zh-CN" altLang="en-US" sz="2800">
                <a:solidFill>
                  <a:schemeClr val="bg1"/>
                </a:solidFill>
              </a:rPr>
              <a:t>一些拓展</a:t>
            </a:r>
          </a:p>
        </p:txBody>
      </p:sp>
      <p:sp>
        <p:nvSpPr>
          <p:cNvPr id="17" name="圆角矩形 16"/>
          <p:cNvSpPr/>
          <p:nvPr>
            <p:custDataLst>
              <p:tags r:id="rId7"/>
            </p:custDataLst>
          </p:nvPr>
        </p:nvSpPr>
        <p:spPr>
          <a:xfrm>
            <a:off x="2675255" y="1320800"/>
            <a:ext cx="6741795" cy="9093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2978024" y="1474439"/>
            <a:ext cx="3521100" cy="6472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>
                <a:solidFill>
                  <a:schemeClr val="bg1"/>
                </a:solidFill>
              </a:rPr>
              <a:t>1. </a:t>
            </a:r>
            <a:r>
              <a:rPr lang="zh-CN" altLang="en-US" sz="2800">
                <a:solidFill>
                  <a:schemeClr val="bg1"/>
                </a:solidFill>
              </a:rPr>
              <a:t>什么是最小生成树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5.1 </a:t>
            </a:r>
            <a:r>
              <a:rPr lang="zh-CN" altLang="en-US" sz="3600">
                <a:solidFill>
                  <a:schemeClr val="bg1"/>
                </a:solidFill>
              </a:rPr>
              <a:t>什么是最小生成树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948180" y="1333500"/>
            <a:ext cx="8954135" cy="1021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对于一个图来说，太多的边会显得十分沉重，而去掉太多遍又会让一些节点被孤立，此时，生成树应运而生。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96110" y="2066925"/>
            <a:ext cx="8540115" cy="9194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如果一个图的生成子图的一颗树，即每两个节点均可相互到达，无环。那么这个子图被称为生成树</a:t>
            </a:r>
          </a:p>
          <a:p>
            <a:r>
              <a:rPr lang="zh-CN" altLang="en-US"/>
              <a:t>而在这里面边权和最小的便是最小生成树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873885" y="2999740"/>
            <a:ext cx="6932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只有连通图才有生成树，对于非连通图，只存在生成森林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7" grpId="0"/>
      <p:bldP spid="7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5.2 </a:t>
            </a:r>
            <a:r>
              <a:rPr lang="en-US" altLang="zh-CN" sz="3600">
                <a:solidFill>
                  <a:schemeClr val="bg1"/>
                </a:solidFill>
                <a:sym typeface="+mn-ea"/>
              </a:rPr>
              <a:t>Kruskal</a:t>
            </a:r>
            <a:r>
              <a:rPr lang="zh-CN" altLang="en-US" sz="3600">
                <a:solidFill>
                  <a:schemeClr val="bg1"/>
                </a:solidFill>
                <a:sym typeface="+mn-ea"/>
              </a:rPr>
              <a:t>求最小生成树</a:t>
            </a:r>
            <a:endParaRPr lang="zh-CN" altLang="en-US" sz="3600">
              <a:solidFill>
                <a:schemeClr val="bg1"/>
              </a:solidFill>
            </a:endParaRPr>
          </a:p>
          <a:p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1280" y="935355"/>
            <a:ext cx="10154920" cy="666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Kruskal</a:t>
            </a:r>
            <a:r>
              <a:rPr lang="zh-CN" altLang="en-US"/>
              <a:t>求最小生成树，由 </a:t>
            </a:r>
            <a:r>
              <a:rPr lang="en-US" altLang="zh-CN"/>
              <a:t>Kruskal </a:t>
            </a:r>
            <a:r>
              <a:rPr lang="zh-CN" altLang="en-US"/>
              <a:t>发明．该算法的基本思想是从小到大加入边，是个贪心算法．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1280" y="1651635"/>
            <a:ext cx="8799830" cy="571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每次找当前最小的边，如何查看当前边加进去会不会形成环，不会的话就加进去，然后将这条边删去，会的话直接将这条边删去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9105" y="2414905"/>
            <a:ext cx="8940165" cy="489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为什么这么做最后会得到一个最小生成树呢？证明的话也是特别简单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630045" y="3258185"/>
            <a:ext cx="59182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接下来看一道题：</a:t>
            </a:r>
            <a:r>
              <a:rPr lang="en-US" altLang="zh-CN"/>
              <a:t>https://www.luogu.com.cn/problem/P3366</a:t>
            </a:r>
          </a:p>
        </p:txBody>
      </p:sp>
      <p:pic>
        <p:nvPicPr>
          <p:cNvPr id="8" name="图片 7" descr="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900" y="-124460"/>
            <a:ext cx="2456180" cy="685736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443990" y="4029710"/>
            <a:ext cx="5200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时间复杂度</a:t>
            </a:r>
            <a:r>
              <a:rPr lang="en-US" altLang="zh-CN"/>
              <a:t>O(mlogn)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7" grpId="0"/>
      <p:bldP spid="7" grpId="1"/>
      <p:bldP spid="9" grpId="0"/>
      <p:bldP spid="9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8420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5.3 </a:t>
            </a:r>
            <a:r>
              <a:rPr lang="en-US" altLang="zh-CN" sz="3600">
                <a:solidFill>
                  <a:schemeClr val="bg1"/>
                </a:solidFill>
                <a:sym typeface="+mn-ea"/>
              </a:rPr>
              <a:t>Prim</a:t>
            </a:r>
            <a:r>
              <a:rPr lang="zh-CN" altLang="en-US" sz="3600">
                <a:solidFill>
                  <a:schemeClr val="bg1"/>
                </a:solidFill>
                <a:sym typeface="+mn-ea"/>
              </a:rPr>
              <a:t>求最小生成树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59610" y="1029335"/>
            <a:ext cx="8272780" cy="2099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Prim</a:t>
            </a:r>
            <a:r>
              <a:rPr lang="zh-CN" altLang="en-US"/>
              <a:t>算法是向图中加点的过程，他是维护了两个集合：{已经加到最小生成树中的点和边}（连通部分） 和 {还未加到最小生成树中的点和边}，每次将离连通部分的最近的点和点对应的边加入连通部分，连通部分逐渐扩大，最后将整个图连通起来，并且边长之和最小，最后的连通部分就是该图的最小生成树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959610" y="2555240"/>
            <a:ext cx="6888480" cy="1328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其实跟 </a:t>
            </a:r>
            <a:r>
              <a:rPr lang="en-US" altLang="zh-CN"/>
              <a:t>Dijkstra </a:t>
            </a:r>
            <a:r>
              <a:rPr lang="zh-CN" altLang="en-US"/>
              <a:t>算法一样，每次找到距离最小的一个点，可以暴力找也可以用堆维护．这里就直接讲用堆维护了</a:t>
            </a:r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955165" y="34524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时间复杂度</a:t>
            </a:r>
            <a:r>
              <a:rPr lang="en-US" altLang="zh-CN"/>
              <a:t>O((n+m)logn)</a:t>
            </a:r>
          </a:p>
        </p:txBody>
      </p:sp>
      <p:pic>
        <p:nvPicPr>
          <p:cNvPr id="8" name="图片 7" descr="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090" y="2052320"/>
            <a:ext cx="3302635" cy="47028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7" grpId="0"/>
      <p:bldP spid="7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24460"/>
            <a:ext cx="12426950" cy="9664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" y="51435"/>
            <a:ext cx="751141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>
                <a:solidFill>
                  <a:schemeClr val="bg1"/>
                </a:solidFill>
              </a:rPr>
              <a:t>5.4 </a:t>
            </a:r>
            <a:r>
              <a:rPr lang="zh-CN" altLang="en-US" sz="3600">
                <a:solidFill>
                  <a:schemeClr val="bg1"/>
                </a:solidFill>
              </a:rPr>
              <a:t>一些拓展</a:t>
            </a:r>
          </a:p>
        </p:txBody>
      </p: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7198360" y="-124460"/>
            <a:ext cx="5143500" cy="69824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29310" y="1525905"/>
            <a:ext cx="38588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最大生成树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严格次小生成树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非严格次小生成树</a:t>
            </a:r>
          </a:p>
          <a:p>
            <a:r>
              <a:rPr lang="en-US" altLang="zh-CN" dirty="0"/>
              <a:t>4.Kruskal</a:t>
            </a:r>
            <a:r>
              <a:rPr lang="zh-CN" altLang="en-US" dirty="0"/>
              <a:t>重构树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65,&quot;left&quot;:210.7,&quot;top&quot;:226.7,&quot;width&quot;:530.9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65,&quot;left&quot;:210.7,&quot;top&quot;:226.7,&quot;width&quot;:530.9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65,&quot;left&quot;:210.7,&quot;top&quot;:226.7,&quot;width&quot;:530.9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65,&quot;left&quot;:210.7,&quot;top&quot;:226.7,&quot;width&quot;:530.9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65,&quot;left&quot;:210.7,&quot;top&quot;:226.7,&quot;width&quot;:530.9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65,&quot;left&quot;:210.7,&quot;top&quot;:226.7,&quot;width&quot;:530.9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10.6,&quot;top&quot;:102.95,&quot;width&quot;:553.8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10.6,&quot;top&quot;:102.95,&quot;width&quot;:553.8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10.6,&quot;top&quot;:102.95,&quot;width&quot;:553.8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10.6,&quot;top&quot;:102.95,&quot;width&quot;:553.8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10.6,&quot;top&quot;:102.95,&quot;width&quot;:553.8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10.6,&quot;top&quot;:102.95,&quot;width&quot;:553.8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10.6,&quot;top&quot;:102.95,&quot;width&quot;:553.8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10.6,&quot;top&quot;:102.95,&quot;width&quot;:553.8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10.6,&quot;top&quot;:102.95,&quot;width&quot;:553.8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10.6,&quot;top&quot;:102.95,&quot;width&quot;:553.8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95,&quot;left&quot;:50.15,&quot;top&quot;:248.8,&quot;width&quot;:836.35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95,&quot;left&quot;:50.15,&quot;top&quot;:248.8,&quot;width&quot;:836.35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95,&quot;left&quot;:50.15,&quot;top&quot;:248.8,&quot;width&quot;:836.35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95,&quot;left&quot;:50.15,&quot;top&quot;:248.8,&quot;width&quot;:836.35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95,&quot;left&quot;:50.15,&quot;top&quot;:248.8,&quot;width&quot;:836.35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95,&quot;left&quot;:50.15,&quot;top&quot;:248.8,&quot;width&quot;:836.35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95,&quot;left&quot;:50.15,&quot;top&quot;:248.8,&quot;width&quot;:836.35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95,&quot;left&quot;:50.15,&quot;top&quot;:248.8,&quot;width&quot;:836.35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9.85,&quot;left&quot;:207.15,&quot;top&quot;:102.95,&quot;width&quot;:557.2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2966</Words>
  <Application>Microsoft Office PowerPoint</Application>
  <PresentationFormat>宽屏</PresentationFormat>
  <Paragraphs>261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2" baseType="lpstr">
      <vt:lpstr>Arial</vt:lpstr>
      <vt:lpstr>Cambria Math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Asanagi</dc:creator>
  <cp:lastModifiedBy>极语 纪光</cp:lastModifiedBy>
  <cp:revision>10</cp:revision>
  <dcterms:created xsi:type="dcterms:W3CDTF">2026-05-19T13:11:00Z</dcterms:created>
  <dcterms:modified xsi:type="dcterms:W3CDTF">2026-05-20T10:24:19Z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B6E724EAC29943B1AB61C2AF9AE3C9FD_13</vt:lpwstr>
  </property>
</Properties>
</file>